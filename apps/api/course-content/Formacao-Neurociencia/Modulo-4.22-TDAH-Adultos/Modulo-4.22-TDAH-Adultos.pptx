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4.22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TDAH em Adultos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Reescrevendo décadas de autocrítica por "preguiça"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circuito de controle executivo funciona diferente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TDAH muda de cara na vida adulta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ASRS-18, CAARS e avaliação neuropsicológica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começando pela reformulação da autoimagem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diagnóstica e discussão de farmacoterapia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Muitos adultos com TDAH chegam à terapia depois de décadas se chamando de preguiçosos ou desorganizados — quando na verdade sempre foi um circuito de controle executivo funcionando com menos dopamina disponível do que o esperado.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isso de procrastinação comum, ou de um traço situacional, é o que evita anos a mais de autocrítica desnecessária — e orienta se farmacoterapia deve entrar na conversa.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controle executivo funciona diferente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fronto-estriatal (hipofunção no controle executivo)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dopaminérgico (menor disponibilidade/sinalização de dopamina)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modo padrão (hiperativa, difícil de suprimir durante tarefas)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dorsolateral (dificuldade sustentada de foco)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 fronto-estriatal, base do controle executivo, mostra hipofunção — a dificuldade de iniciar e sustentar tarefas tem base neurobiológica, não é falta de esforço.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menor disponibilidade e sinalização de dopamina afeta diretamente a motivação e a regulação da atenção.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de modo padrão, ativa durante divagação mental, é mais difícil de suprimir durante tarefas que exigem foco — daí a sensação de "mente que não para".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infância mascarada ao diagnóstico tardio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Vulnerabilidade neurobiológica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genética forte, presente desde antes dos 12 anos por critério diagnóstico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Adaptações compensatórias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Mascaramento na infância e adolescência, mais comum em mulheres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Mudança de apresentação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hiperatividade motora visível, mais inquietação interna e desorganização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tardio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Muitas vezes só reconhecido na vida adulta, após anos de autocrítica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mascaramento explica por que tantos adultos, especialmente mulheres, só recebem o diagnóstico depois dos 30 anos — não porque o TDAH surgiu tarde, mas porque foi compensado por anos.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Desatenção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sustentada de foco e desorganização persistente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Impulsividade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precipitadas, dificuldade de regular resposta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Inquietação interna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sutil na vida adulta do que a hiperatividade motora da infância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adulta, a hiperatividade raramente aparece como agitação motora visível — costuma se manifestar como inquietação interna, mente acelerada e dificuldade de relaxar.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iniciar/finalizar tarefas, esquecimentos frequentes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Procrastinação crônica, mudanças frequentes de emprego ou relacionamento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acompanhar conversas, parecer "não estar presente"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Inquietação motora sutil, dificuldade de ficar parado por longos períodos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Procrastinação (Módulo 4.7)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tem base neurobiológica pervasiva desde a infância, com prejuízo funcional amplo, não situacional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 Bipolar (Módulo 4.20)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é crônico e estável; bipolar tem curso episódico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Transtornos de Ansiedade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Desatenção por preocupação difusa é diferente da desatenção primária do TDAH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finalidades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ASRS-18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ADHD Self-Report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 e amplamente validada pra sintomas de TDAH em adultos.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CAARS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Conners' Adult ADHD Rating Scales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mais detalhada de sintomas e impacto funcional.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neuropsicológica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formal (Bloco 2 do currículo)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Necessária pra confirmação diagnóstica robusta, além da triagem.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Reformular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autoimagem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Desfazer anos de autocrítica por "preguiça" ou "falta de esforço"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Compensar o déficit executivo com organização e lembretes externos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ambiente e ritmo de trabalho às necessidades reais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farmacoterapia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Encaminhar pra discussão médica quando indicado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passo raramente é o mais óbvio — antes de qualquer estratégia prática, a autoimagem construída sobre décadas de autocrítica precisa ser revista.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Reformular a autoimagem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você chamava de preguiça talvez sempre tenha sido um circuito de atenção funcionando de um jeito diferente, não menos válido.”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Nomeie explicitamente a diferença entre déficit neurobiológico e falta de caráter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e valide o impacto emocional de anos de autocrítica antes de avançar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Estruturação externa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listas, lembretes e sistemas visuais como scaffolding externo pro déficit executivo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Simplifique o sistema o quanto possível — sistemas complexos demais tendem a ser abandonados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estimulação e ambiente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 ambiente de trabalho pra reduzir distrações desnecessárias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o nível de estimulação que favorece o foco de cada paciente — nem sempre é silêncio total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farmacoterapia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Encaminhe pra avaliação psiquiátrica quando o prejuízo funcional for significativo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Estimulantes têm forte evidência como primeira linha farmacológica, mas a decisão é médica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Camila, 34 anos, procura terapia dizendo "acho que sou só desorganizada mesmo, sempre fui assim". Relata que perde prazos com frequência, esquece compromissos mesmo com lembretes, e já mudou de emprego 5 vezes em 8 anos por "não conseguir se adaptar". Conta que na escola era vista como "sonhadora", nunca teve problemas de comportamento visíveis, e sempre se saiu bem academicamente "com muito esforço a mais que os colegas pareciam precisar".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sugerem TDAH mascarado, e não apenas desorganização pessoal?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ausência de problemas de comportamento na escola não descarta TDAH, especialmente em mulheres?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passo do protocolo você priorizaria na primeira sessão, considerando a fala inicial de Camila?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neuropsicológica formal pra confirmação diagnóstica, sempre que possível (conecta ao Bloco 2 do currículo)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psiquiátrica pra discutir farmacoterapia, especialmente diante de prejuízo funcional significativo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frequente com ansiedade ou depressão secundária ao impacto funcional crônico não tratado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descartar Transtorno Bipolar (Módulo 4.20) antes de confirmar TDAH isolado, dada a sobreposição de sintomas de impulsividade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hipofunção do circuito fronto-estriatal e a menor disponibilidade de dopamina explicam a dificuldade de iniciar e sustentar tarefas — não é falta de esforço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Desatenção, impulsividade e inquietação interna são os 3 traços centrais, com apresentação diferente na vida adulta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ASRS-18, CAARS e avaliação neuropsicológica formal estruturam a triagem e a confirmação diagnóstica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começa pela reformulação da autoimagem, antes mesmo das estratégias práticas de organização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4.22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TDAH em Adultos — Módulo 4.22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TDAH em Adultos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2026-07-10T02:22:02Z</dcterms:created>
  <dcterms:modified xsi:type="dcterms:W3CDTF">2026-07-10T02:22:02Z</dcterms:modified>
</cp:coreProperties>
</file>