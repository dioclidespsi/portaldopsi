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5.4 · BLOCO 5 · ENCERRAMENTO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Finais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combinando múltiplas demandas no mesmo paciente — preparação final para certificação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praticar casos combinados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reais raramente chegam com uma única demanda isolada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1: ansiedade e burnout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padrão de comorbidade muito comum no consultório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2: trauma e adicção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uso de substância funciona como automedicação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3: depressão e relacionamento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sofrimento individual transborda para o casal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Preparação final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revisar antes da avaliação de certificação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vida real, pacientes não chegam com um único protocolo do Bloco 4 escrito na testa — eles chegam com 2, 3 demandas entrelaçadas, e sua tarefa é decidir por onde começar.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é o módulo final da Formação Completa. Ele não traz protocolo novo — ele testa sua capacidade de combinar tudo que você já construiu, sob supervisão, antes da certificação.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prática supervisionada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combinados: mais de uma demanda clínica no mesmo paciente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Hierarquização: decidir por onde começar com segurança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protocolos: aplicados em sequência, não ao mesmo tempo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Preparação para certificação: consolidação final do curso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combinados são a regra, não a exceção, na prática clínica real — este módulo prepara você para essa realidade.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de aplicação dos protocolos, definida pela hierarquia de risco e impacto, é tão importante quanto os protocolos em si.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abordar um caso com múltiplas demandas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Mapear as demandas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queixas e padrões presentes, sem hierarquizar ainda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Hierarquizar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risco e impacto, seguindo o critério do Módulo 2.6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o protocolo prioritário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introduzir o(s) protocolo(s) seguinte(s)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Reavaliar e ajustar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progresso, revisando a hierarquia inicial se necessário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duas demandas ao mesmo tempo, sem hierarquia, é o erro mais comum em casos combinados — e o que mais compromete o resultado.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padrões comuns de comorbidade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Ansiedade e burnout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mais comum — esgotamento profissional alimentando ansiedade crônica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Trauma e adicção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substância funcionando como automedicação do sofrimento traumático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e relacionamento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Sofrimento individual transbordando para o funcionamento do casal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3 padrões não são os únicos possíveis — são os mais frequentes, e por isso o foco da prática guiada deste módulo.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um caso exige coordenação de múltiplos protocolos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de uma categoria clínica presente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 categorias diferentes aparecendo simultaneamente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sem melhora aparente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não abordar uma segunda demanda que sustenta a primeira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elevado em mais de uma dimensão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Exigindo atenção simultânea a diferentes fontes de risco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Sobreposição de causas relatada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paciente descreve conexão entre queixas aparentemente distintas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casos-tipo praticados neste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A: Ansiedade + Burnout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Esgotamento profissional alimentando um quadro ansioso crônico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B: Trauma + Adicção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substância como automedicação de sofrimento traumático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C: Depressão + Casal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Sofrimento individual comprometendo o funcionamento da relação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pilares da preparação para certificação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conteúdo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dos 4 blocos e dos 8 protocolos clínicos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nenhuma área central do curso ficou sem revisão.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Portfólio de casos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combinados praticados ao longo deste módulo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prática da capacidade de formulação integrada.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Autoavaliação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honesta sobre pontos fortes e lacunas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decidir onde buscar supervisão contínua após o curso.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Preparando a certificação: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os 8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Bloco 4, com atenção aos critérios de encaminhamento de cada um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Bloco 2, principalmente as escalas de rastreio e gravidade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Praticar casos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os 3 casos-tipo trabalhados neste módulo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final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etapa que conclui formalmente a Formação Completa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não substituem a supervisão contínua — são a base mínima antes da certificação formal.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A, na prática: Ansiedade + Burnout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Mapeando as demandas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 ansiedade generalizada (Módulo 4.1) somados a exaustão emocional e cinismo (Módulo 4.3)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GAD-7 e MBI para confirmar e quantificar ambos os quadros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Hierarquizando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esgotamento profissional parece estar alimentando a ansiedade, ou a ansiedade de base é que tornou o trabalho insustentável?”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resposta dessa pergunta orienta qual protocolo aplicar primeiro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B, na prática: Trauma + Adicção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Mapeando as demandas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de TEPT (Módulo 4.6) coexistindo com padrão de uso de substância (Módulo 4.5)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se o uso funciona como estratégia de regulação do sofrimento traumático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Hierarquizando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estabilização do uso de substância antes de aprofundar o trabalho com a memória traumática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comunicação estreita com suporte médico quando houver risco de abstinência (Módulo 3.5)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Renata, 38 anos, procura terapia relatando tristeza persistente há 8 meses e conflitos crescentes com o marido. Descreve que "não consegue mais sentir prazer em nada", inclusive no relacionamento, que era antes uma fonte de apoio. O marido, segundo ela, "não entende por que ela mudou" e as brigas têm aumentado. As escalas aplicadas confirmam depressão moderada (PHQ-9) e ajustamento diádico comprometido (DAS).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dois módulos do Bloco 4 esse caso conecta, e qual você priorizaria primeiro?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queda de prazer relatada pode estar afetando diretamente a dinâmica do casal?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critério guiaria a decisão de incluir o marido em alguma etapa do processo terapêutico?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combina 3 ou mais demandas clínicas simultâneas: considerar equipe multiprofissional coordenada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sinal de risco identificado em meio à formulação combinada: ativar o Módulo 4.9 imediatamente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estagnado apesar de hierarquia bem definida: buscar supervisão clínica externa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excede o escopo prático desenvolvido durante a formação: reconhecer o limite é parte da prática ética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reais raramente chegam com uma única demanda isolada — casos combinados são a regra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Mapear, hierarquizar, aplicar o protocolo prioritário e reavaliar são os 4 passos de qualquer caso combinado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Ansiedade+burnout, trauma+adicção e depressão+relacionamento são os padrões de comorbidade mais frequentes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encerra a Formação Completa — a certificação reconhece a base construída, e a supervisão contínua sustenta a prática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finais e avaliação de certificação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Supervisionada e Casos Finais — Módulo 5.4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Prática Supervisionada e Casos Finais — Preparação Final para Certificação</dc:title>
  <dc:subject>PptxGenJS Presentation</dc:subject>
  <dc:creator>Dioclides</dc:creator>
  <cp:lastModifiedBy>Dioclides</cp:lastModifiedBy>
  <cp:revision>1</cp:revision>
  <dcterms:created xsi:type="dcterms:W3CDTF">2026-07-10T15:01:15Z</dcterms:created>
  <dcterms:modified xsi:type="dcterms:W3CDTF">2026-07-10T15:01:15Z</dcterms:modified>
</cp:coreProperties>
</file>