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2.5 · BLOCO 2 · AVALIAÇÃO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7373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Escalas de Rastreio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BD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kit organizado por demanda, pronto pra usar em cada protocolo do Bloco 4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384048" cy="38404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Humor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Quadros específicos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6908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5216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Relacionamento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3524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longitudinal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em Neurociência Aplicada à Psicoterapia — by Dioclides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DESTA AULA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mesma anatomia de 5 passos, em todo protocolo do curso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54810" y="2240280"/>
            <a:ext cx="640080" cy="64008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45481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Depressão e ansiedade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BDI-II, PHQ-9, HAM-D, BAI, GAD-7, HAM-A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82773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4623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1" name="Text 9"/>
          <p:cNvSpPr/>
          <p:nvPr/>
        </p:nvSpPr>
        <p:spPr>
          <a:xfrm>
            <a:off x="3614623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119933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Quadros específicos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165653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Y-BOCS, PCL-5, IES-R, MBI, AUDIT, DAST-10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42586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74436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6" name="Text 14"/>
          <p:cNvSpPr/>
          <p:nvPr/>
        </p:nvSpPr>
        <p:spPr>
          <a:xfrm>
            <a:off x="5774436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79746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Relacionamento e risco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25466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de Ajustamento Diádico, C-SSRS, BSI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02398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34249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1" name="Text 19"/>
          <p:cNvSpPr/>
          <p:nvPr/>
        </p:nvSpPr>
        <p:spPr>
          <a:xfrm>
            <a:off x="7934249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39558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Uso longitudinal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85278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triagem inicial ao acompanhamento de evolução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62211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094062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6" name="Text 24"/>
          <p:cNvSpPr/>
          <p:nvPr/>
        </p:nvSpPr>
        <p:spPr>
          <a:xfrm>
            <a:off x="10094062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599371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Aplicação prática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45091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diretamente aos 27 módulos do Bloco 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Escalas de Rastreio — Módulo 2.5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COMEÇAR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escala aplicada uma única vez é uma fotografia; aplicada repetidamente ao longo do tratamento, ela vira um filme da evolução real do paciente.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93192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 módulo não introduz escalas novas — organiza, por demanda, todas as que já foram citadas ao longo dos protocolos do Bloco 4, com foco no uso prático e longitudinal.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Escalas de Rastreio — Módulo 2.5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momentos de uso de uma escala no tratamento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120640" cy="4023360"/>
          </a:xfrm>
          <a:prstGeom prst="ellipse">
            <a:avLst/>
          </a:prstGeom>
          <a:solidFill>
            <a:srgbClr val="EFE8D9"/>
          </a:solidFill>
          <a:ln w="25400">
            <a:solidFill>
              <a:srgbClr val="1228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47088" y="2576779"/>
            <a:ext cx="457200" cy="457200"/>
          </a:xfrm>
          <a:prstGeom prst="ellipse">
            <a:avLst/>
          </a:prstGeom>
          <a:solidFill>
            <a:srgbClr val="1228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49501" y="4186123"/>
            <a:ext cx="365760" cy="365760"/>
          </a:xfrm>
          <a:prstGeom prst="ellipse">
            <a:avLst/>
          </a:prstGeom>
          <a:solidFill>
            <a:srgbClr val="C1652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95344" y="4105656"/>
            <a:ext cx="329184" cy="329184"/>
          </a:xfrm>
          <a:prstGeom prst="ellipse">
            <a:avLst/>
          </a:prstGeom>
          <a:solidFill>
            <a:srgbClr val="63768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92931" y="2657246"/>
            <a:ext cx="329184" cy="329184"/>
          </a:xfrm>
          <a:prstGeom prst="ellipse">
            <a:avLst/>
          </a:prstGeom>
          <a:solidFill>
            <a:srgbClr val="D99A7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947672"/>
            <a:ext cx="201168" cy="201168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Triagem inicial (primeira sessão, antes de fechar hipótese)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2450592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Confirmação de gravidade (define intensidade do protocolo)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2953512"/>
            <a:ext cx="201168" cy="201168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Acompanhamento periódico (monitora evolução ao longo do tratamento)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3456432"/>
            <a:ext cx="201168" cy="201168"/>
          </a:xfrm>
          <a:prstGeom prst="ellipse">
            <a:avLst/>
          </a:prstGeom>
          <a:solidFill>
            <a:srgbClr val="D99A73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Encerramento/alta (confirma resolução objetiva do quadro)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416052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triagem inicial orienta se vale a pena aprofundar a investigação de um quadro específico.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confirmação de gravidade ajuda a calibrar a intensidade da intervenção — leve, moderada ou grave exigem abordagens diferentes.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acompanhamento periódico transforma a escala numa ferramenta de dado objetivo de progresso, não apenas de diagnóstico inicial.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Escalas de Rastreio — Módulo 2.5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escore inicial à decisão clínica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7552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Aplicação inicial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87552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Estabelece a linha de base antes de iniciar o protocolo clínico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81528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584448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49040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Reaplicação periódica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49040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cada 4 a 8 semanas, conforme o quadro e o protocolo em curso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43016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345936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10528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Comparação de escores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10528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mudança numérica é um dado objetivo, além da percepção subjetiva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04504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107424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C1652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72016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Decisão clínica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272016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Ajustar, manter ou encerrar a intervenção com base em evidência concreta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4805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essa reaplicação periódica, a avaliação de progresso fica apoiada só na impressão clínica — útil, mas mais sujeita a viés do que o dado objetivo.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Escalas de Rastreio — Módulo 2.5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grandes grupos de escalas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116836" y="1920240"/>
            <a:ext cx="822960" cy="82296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5" name="Text 3"/>
          <p:cNvSpPr/>
          <p:nvPr/>
        </p:nvSpPr>
        <p:spPr>
          <a:xfrm>
            <a:off x="92811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Humor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099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BDI-II/PHQ-9/HAM-D (depressão), BAI/GAD-7/HAM-A (ansiedade)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82996" y="1920240"/>
            <a:ext cx="822960" cy="82296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449427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Quadros específicos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7715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Y-BOCS (TOC), PCL-5/IES-R (trauma), MBI (burnout), AUDIT/DAST-10 (adicções)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249156" y="1920240"/>
            <a:ext cx="822960" cy="822960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1" name="Text 9"/>
          <p:cNvSpPr/>
          <p:nvPr/>
        </p:nvSpPr>
        <p:spPr>
          <a:xfrm>
            <a:off x="806043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Relacionamento e risco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4331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de Ajustamento Diádico (casal), C-SSRS/BSI (risco de suicídio)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2120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uma dessas escalas já foi apresentada em seu módulo específico do Bloco 4 — aqui, a organização é por finalidade de uso, não por quadro isolado.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Escalas de Rastreio — Módulo 2.5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as escalas se agrupam por finalidade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938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Autorrelato rápido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0" y="18745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PHQ-9, GAD-7 — poucos minutos, ideal pra primeira sessão e rastreio amplo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79806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743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Aplicada por entrevistador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0" y="27432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HAM-D, HAM-A — mais detalhada, exige treinamento específico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66674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Específica de quadro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36118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Y-BOCS, MBI, AUDIT — mede a gravidade de um quadro já hipotetizado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53542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480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imediato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0" y="44805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C-SSRS — exige ação clínica direta, não apenas registro (Módulo 4.9)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Escalas de Rastreio — Módulo 2.5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 curta versus escala longa: quando usar cada uma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Autorrelato curto (PHQ-9, GAD-7)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Triagem inicial rápida, acompanhamento frequente entre sessões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Aplicada por entrevistador (HAM-D, HAM-A)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03064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precisão, útil quando há dúvida diagnóstica relevante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4" name="Text 12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Específica de quadro (Y-BOCS, MBI)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54568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depois que a hipótese diagnóstica já está razoavelmente definida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Escalas de Rastreio — Módulo 2.5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 · INSTRUMENTO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exemplos, três lógicas de aplicação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PHQ-9 / GAD-7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Autorrelato ultrarrápido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Poucos minutos, ideal pra triagem ampla e acompanhamento frequente.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3064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HAM-D / HAM-A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03064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Aplicada por entrevistador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3064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detalhada e precisa, exige treinamento específico de aplicação.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54568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C-SSRS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54568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imediato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54568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 ação clínica direta assim que aplicada — nunca é só registro passivo.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Escalas de Rastreio — Módulo 2.5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escore ao uso clínico real: 4 passos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723644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723644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Selecionar 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certa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base no quadro suspeito, revisando o módulo correspondente do Bloco 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64408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93692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0" name="Text 8"/>
          <p:cNvSpPr/>
          <p:nvPr/>
        </p:nvSpPr>
        <p:spPr>
          <a:xfrm>
            <a:off x="4393692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84448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na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de base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21608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iniciar qualquer intervenção, pra ter ponto de comparação real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34456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063740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70637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54496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Reaplicar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periodicamente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91656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intervalos regulares ao longo do tratamento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04504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733788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20" name="Text 18"/>
          <p:cNvSpPr/>
          <p:nvPr/>
        </p:nvSpPr>
        <p:spPr>
          <a:xfrm>
            <a:off x="9733788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924544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o dado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61704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mudança de escore orienta ajuste, manutenção ou encerramento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5349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 é o fechamento direto do ciclo iniciado no Módulo 2.1 — da entrevista à escala, e da escala de volta ao plano terapêutico (Módulo 2.6).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Escalas de Rastreio — Módulo 2.5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1 e 2,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Selecionar a escala certa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o módulo correspondente do Bloco 4 pra confirmar qual escala é a referência daquele quadro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Evite aplicar escalas "por hábito", sem relação com a hipótese diagnóstica em curso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Aplicar na linha de base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“Vamos usar esse questionário agora, antes de começarmos o trabalho, pra ter um ponto de partida claro pra acompanhar sua evolução.”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402336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Aplique antes de qualquer intervenção do protocolo escolhido, não depois de já ter começado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Escalas de Rastreio — Módulo 2.5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3 e 4,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Reaplicar periodicamente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 um intervalo regular (geralmente 4 a 8 semanas), conforme o protocolo em curso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 mesmo instrumento nas reaplicações, pra manter a comparação válida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Usar o dado objetivo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os escores ao longo do tempo, não apenas a impressão clínica isolada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Ausência de melhora após reaplicações sucessivas sugere revisar o plano terapêutico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Escalas de Rastreio — Módulo 2.5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Estudo de caso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15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965960"/>
            <a:ext cx="9966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paciente em tratamento para Transtorno de Pânico (Módulo 4.25) há 8 semanas relata "se sentir melhor", mas a reaplicação do PDSS mostra escore quase idêntico ao da linha de base inicial.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Discussão guiada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você conduziria essa discrepância entre percepção subjetiva e dado objetivo na sessão?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decisões clínicas essa discrepância poderia orientar?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 uso do mesmo instrumento nas reaplicações é importante pra essa comparação ser válida?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Escalas de Rastreio — Módulo 2.5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5 · ENCAMINHAMENTO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isso não basta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21284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96596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Pontuação de risco na C-SSRS: ativar imediatamente o protocolo do Módulo 4.9, sem aguardar próxima sessão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317296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9" name="Text 7"/>
          <p:cNvSpPr/>
          <p:nvPr/>
        </p:nvSpPr>
        <p:spPr>
          <a:xfrm>
            <a:off x="1508760" y="29260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Ausência de melhora após múltiplas reaplicações: reavaliar diagnóstico e protocolo em curso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88620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51560" y="413308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1508760" y="388620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Discrepância significativa entre relato subjetivo e escore objetivo: investigar ativamente na sessão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84632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51560" y="509320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48463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Escore sugerindo gravidade além do que o protocolo psicológico isolado costuma resolver: considerar encaminhamento complementar (Bloco 3)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Escalas de Rastreio — Módulo 2.5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1887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 desta aula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8869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escala reaplicada ao longo do tempo vira um dado objetivo de progresso, não só um retrato diagnóstico único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escalas se organizam em 3 grandes grupos: humor, quadros específicos, e relacionamento/risco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Autorrelato rápido, aplicação por entrevistador e escala de risco imediato têm lógicas de uso distintas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ciclo se fecha aqui: da entrevista (Módulo 2.1) à escala, e da escala de volta ao plano terapêutico (Módulo 2.6)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846320"/>
            <a:ext cx="8686800" cy="1051560"/>
          </a:xfrm>
          <a:prstGeom prst="roundRect">
            <a:avLst>
              <a:gd name="adj" fmla="val 6957"/>
            </a:avLst>
          </a:prstGeom>
          <a:solidFill>
            <a:srgbClr val="1A335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48463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9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Próximo: exercícios práticos e avaliação do Módulo 2.5 →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Escalas de Rastreio — Módulo 2.5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Escalas de Rastreio e Gravidade por Quadro Clínico — O Kit de Instrumentos do Bloco 4</dc:title>
  <dc:subject>PptxGenJS Presentation</dc:subject>
  <dc:creator>Dioclides</dc:creator>
  <cp:lastModifiedBy>Dioclides</cp:lastModifiedBy>
  <cp:revision>1</cp:revision>
  <dcterms:created xsi:type="dcterms:W3CDTF">2026-07-10T03:15:36Z</dcterms:created>
  <dcterms:modified xsi:type="dcterms:W3CDTF">2026-07-10T03:15:36Z</dcterms:modified>
</cp:coreProperties>
</file>