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2.6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Resultado ao Plano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síntese que transforma dados isolados num plano terapêutico coerente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formal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diagnóstica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Convergindo anamnese, diagnóstico, testes e escalas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clínica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tratar primeiro, quando há mais de uma demanda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do protocolo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o(s) módulo(s) certo(s) do Bloco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o plano de forma clara e colaborativa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formal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de modo que sustente todo o tratamento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habilidade mais rara em avaliação não é aplicar o teste certo — é a síntese que transforma três fontes de dados isoladas num único plano de ação coerente.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módulo que fecha o ciclo do Bloco 2: tudo que foi aprendido em entrevista, classificação, testes e escalas converge aqui, num plano terapêutico real.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4 fontes que convergem no plano terapêutico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e exame do estado mental (Módulo 2.1)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formal com especificadores (Módulo 2.2)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neuropsicológicos e de personalidade (Módulos 2.3, 2.4)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gravidade e acompanhamento (Módulo 2.5)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4 fontes, isoladamente, é suficiente pra construir um plano terapêutico robusto.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entre elas é o que diferencia uma avaliação superficial de uma avaliação clinicamente útil.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exatamente o percurso que este curso seguiu, módulo a módulo, ao longo de todo o Bloco 2.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síntese ao plano formal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convergentes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de múltiplas fontes, cruzada e coerente entre 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Prioridades clínicas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do que precisa ser tratado primeiro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do protocolo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do(s) módulo(s) do Bloco 4 mais adequado(s) ao caso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formal comunicado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 e compartilhado de forma clara com o paciente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a etapa de priorização é um erro comum — tentar tratar tudo ao mesmo tempo, sem hierarquia, tende a diluir a eficácia de qualquer protocolo.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de um plano terapêutico bem formulado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claro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especificadores, não apenas uma categoria genérica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Hierarquia de prioridades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tratar primeiro, quando há mais de uma demanda real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Protocolo(s) selecionado(s)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justificativa clínica clara da escolha feita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plano sem esses 3 elementos tende a ser vago demais pra orientar o trabalho sessão a sessão.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na síntese diagnóstica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sintomas isolados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hierarquia clara entre eles, diluindo o foco terapêutico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comorbidade real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Forçar um único diagnóstico quando dois coexistem genuinamente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pouco clara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não compreendido pelo paciente, prejudicando adesão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estático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revisado com a evolução mostrada pelas escalas (Módulo 2.5)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simples versus caso complexo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simples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diagnóstico claro, um protocolo único do Bloco 4 aplicado diretamente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com comorbidade real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 mais diagnósticos coexistentes, exigindo priorização clara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complexo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demandas exigindo formulação integrada — ver Módulo 5.1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documentos que fecham essa etapa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psicológico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formal da avaliação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achados, diagnóstico e recomendações de forma estruturada.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terapêutico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protocolo(s) selecionado(s)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o trabalho sessão a sessão, com metas claras.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terapêutico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e expectativas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 com o paciente, sustentando adesão desde o início.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síntese ao plano: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anamnese, diagnóstico, testes e escalas numa leitura única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que precisa ser tratado primeiro, com justificativa clara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o(s) módulo(s) do Bloco 4 mais adequado(s)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clara, colaborativa e compreensível pro paciente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momento em que a avaliação para de ser um exercício acadêmico e vira, de fato, direção clínica pro tratamento.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Sintetizar os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anamnese, exame do estado mental, diagnóstico formal, testes e escalas juntos, não isoladamente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ativamente por convergências e discrepâncias entre as fontes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Hierarquizar prioridades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“Entre tudo que conversamos, o que mais tem afetado sua vida agora — é isso que vamos priorizar primeiro.”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risco imediato (Módulo 4.9) acima de qualquer outra demanda, sempre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seguida, priorize o que gera maior prejuízo funcional atual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o protocolo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módulo correspondente do Bloco 4 antes de aplicar qualquer intervenção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casos com múltiplas demandas, considere qual protocolo abordar primeiro, sem tentar aplicar todos simultaneamente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 o plano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plano em linguagem acessível, evitando jargão técnico desnecessário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paciente entendeu e concorda com a direção proposta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chega com queixas de ansiedade generalizada, sintomas depressivos moderados e relato de uso crescente de álcool nos últimos 6 meses. A entrevista, os testes e as escalas (GAD-7, PHQ-9, AUDIT) confirmam os 3 quadros com gravidade moderada.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hierarquizaria as 3 demandas desse caso, e com base em que critério?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aplicaria um único protocolo do Bloco 4 ou consideraria mais de um? Justifique.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comunicaria esse plano ao paciente, de forma que ele entenda a lógica de priorização escolhida?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demandas com prejuízo funcional significativo em várias áreas: considerar formulação de caso integrada (Módulo 5.1)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equipe multiprofissional desde o início, não apenas protocolo psicológico isolado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imediato identificado durante a síntese: ativar o Módulo 4.9 antes de qualquer outra priorização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persistente sobre qual protocolo priorizar: buscar supervisão clínica antes de definir o plano final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síntese que converge múltiplas fontes de dados é a habilidade mais rara e mais valiosa da avaliação clínica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claro, hierarquia de prioridades e protocolo(s) selecionado(s) compõem um plano terapêutico bem formulado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imediato sempre vem primeiro na hierarquia de prioridades, acima de qualquer outra demanda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módulo fecha o ciclo do Bloco 2 inteiro — da entrevista ao plano formal — e abre a ponte direta pro Bloco 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2.6 concluído — fim do Bloco 2 (Avaliação)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ao Plano — Módulo 2.6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Resultado ao Plano Terapêutico — Fechando o Ciclo do Bloco 2</dc:title>
  <dc:subject>PptxGenJS Presentation</dc:subject>
  <dc:creator>Dioclides</dc:creator>
  <cp:lastModifiedBy>Dioclides</cp:lastModifiedBy>
  <cp:revision>1</cp:revision>
  <dcterms:created xsi:type="dcterms:W3CDTF">2026-07-10T03:18:45Z</dcterms:created>
  <dcterms:modified xsi:type="dcterms:W3CDTF">2026-07-10T03:18:45Z</dcterms:modified>
</cp:coreProperties>
</file>