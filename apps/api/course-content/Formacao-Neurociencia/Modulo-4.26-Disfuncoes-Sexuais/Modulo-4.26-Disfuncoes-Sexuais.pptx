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4.26 · PROTOCOLOS CLÍNICOS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Disfunções Sexuais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equilíbrio entre acelerador e freio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Encaminhamento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em Neurociência Aplicada à Psicoterapia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Mecanismo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ansiedade é o freio mais comum da resposta sexual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espectatoria à evitação da intimidade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FSFI, IIEF e a avaliação médica sempre em paralelo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passos, sempre começando pelo descarte orgânico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Encaminhamento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sintoma é do casal, não só do indivíduo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Disfunções Sexuais — Módulo 4.26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resposta sexual depende de um equilíbrio entre um sistema acelerador e um sistema de freio — e na prática clínica, a grande maioria das disfunções sexuais vem do freio pisado fundo, não da falta de acelerador.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modelo, conhecido como Dual Control Model, muda completamente a pergunta clínica: em vez de "por que não excita", a pergunta certa costuma ser "o que está inibindo".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Disfunções Sexuais — Módulo 4.26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equilíbrio entre o acelerador e o freio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7088" y="2576779"/>
            <a:ext cx="457200" cy="45720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9501" y="4186123"/>
            <a:ext cx="365760" cy="36576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95344" y="4105656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2931" y="2657246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excitatório (SES, o "acelerador" da resposta sexual)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inibitório (SIS, o "freio", hiperativado por ansiedade/estresse)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Córtex pré-frontal (espectatoria: automonitoramento que interrompe a excitação)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dopaminérgico (desejo e motivação, reduzido por estresse crônico)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excitatório (acelerador) responde a estímulos sexuais relevantes, gerando excitação.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inibitório (freio) é ativado por ansiedade, estresse, medo de falha ou distração — e em muitos casos clínicos, está hiperativado.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espectatoria — se observar e avaliar durante o ato sexual — interrompe o processamento natural da excitação, sendo um dos principais mantenedores da disfunção.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Disfunções Sexuais — Módulo 4.26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desequilíbrio inicial ao ciclo de ansiedade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Fator inicial de inibição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Estresse, ansiedade, fadiga ou fator médico/hormonal específico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Episódio de disfunção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 pontual de excitação, ereção, orgasmo ou presença de dor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Espectatoria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Automonitoramento ansioso passa a interromper a excitação nas vezes seguintes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consolidado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Ansiedade antecipatória sobre o próprio desempenho mantém o padrão ativo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episódio isolado de disfunção é extremamente comum e não configura transtorno — o problema surge quando a ansiedade sobre repetir o episódio se torna o novo fator de manutenção.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Disfunções Sexuais — Módulo 4.26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traços centrais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Desequilíbrio excitação-inibição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freio (ansiedade, estresse) sobrepõe o acelerador da resposta sexual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Ansiedade de desempenho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Espectatoria: monitoramento excessivo de si mesmo durante o ato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Fatores relacionais mantenedores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insuficiente sobre desejos e limites no casal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3 traços raramente atuam isolados — geralmente um desequilíbrio inicial gera ansiedade de desempenho, que por sua vez tensiona a comunicação no casal.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Disfunções Sexuais — Módulo 4.26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reconhecer o padrão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Pensamentos de autoavaliação durante o sexo, crenças rígidas sobre "desempenho normal"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Evitação de intimidade, redução da frequência de iniciativa sexual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insuficiente sobre desejos/limites, conflito conjugal associado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Sintoma específico conforme o tipo — sempre exigindo descarte médico primeiro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Disfunções Sexuais — Módulo 4.26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diferencial rápido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Causa orgânica/médica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Hormonal, vascular, neurológica ou medicamentosa — deve sempre ser descartada primeiro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Depressão (Módulo 4.2)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Diminuição do desejo sexual é sintoma comum de depressão, não necessariamente disfunção primária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Conflito conjugal (Módulo 4.4)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disfunção pode ser sintoma de um problema relacional mais amplo, não causa isolada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Disfunções Sexuais — Módulo 4.26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Instrumentos e avaliação médica complementar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FSFI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Sexual Function Index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 função sexual feminina em múltiplos domínios.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IIEF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Index of Erectile Function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 função erétil e domínios relacionados no homem.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Avaliação médica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Hormonal, vascular, urológica/ginecológica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necessária em paralelo, nunca opcional.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Disfunções Sexuais — Módulo 4.26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mecanismo ao protocolo: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 orgânica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o primeiro passo, em parceria médica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Psicoeducação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modelo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o equilíbrio acelerador-freio e desmistificar expectativas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espectatoria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como o sensate focus, de Masters e Johnson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casal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Trabalhar diálogo sobre desejos e limites, quando aplicável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 como nos transtornos alimentares, essa ordem não é negociável — avançar pro trabalho psicológico sem descartar causa orgânica é um erro técnico comum.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Disfunções Sexuais — Módulo 4.26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Descartar causa orgânica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Encaminhe pra avaliação médica/hormonal antes de aprofundar a intervenção psicológica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assuma causa exclusivamente psicológica sem essa etapa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Psicoeducação do modelo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“Não é que falte desejo — é que o freio está mais ativado do que o acelerador agora. Isso muda, e dá pra trabalhar.”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 o Dual Control Model de forma acessível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Desmistifique expectativas irreais sobre "desempenho normal", frequentemente vindas da pornografia ou de comparações sociais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Disfunções Sexuais — Módulo 4.26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Reduzir a espectatoria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 sensate focus: toque sensorial gradual, sem objetivo de desempenho, pra reduzir o automonitoramento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 temporariamente a pressão pelo ato completo, focando na experiência sensorial em si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Comunicação no casal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Trabalhe diálogo aberto sobre desejos, limites e expectativas, quando houver parceiro envolvido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Encaminhe pra terapia de casal (Módulo 4.4) quando o componente relacional for central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Disfunções Sexuais — Módulo 4.26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Rodrigo, 38 anos, relata dificuldade recorrente de manter ereção há 8 meses, desde um episódio isolado após uma noite de muito estresse no trabalho. Desde então, relata "ficar se observando" durante o sexo, com medo de que "aconteça de novo", o que parece piorar ainda mais a situação. Já evitou algumas oportunidades de intimidade por antecipação da ansiedade. Nunca fez avaliação médica sobre o assunto.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elementos da vinheta ilustram os 3 traços centrais das disfunções sexuais?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avaliação médica é o passo obrigatório antes de qualquer intervenção psicológica com Rodrigo?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você explicaria o conceito de espectatoria pra Rodrigo, de forma acessível?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Disfunções Sexuais — Módulo 4.26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isso não basta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médica/urológica/ginecológica sempre em paralelo, nunca como etapa opcional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Terapia sexual especializada quando indicado, além do protocolo psicoterapêutico geral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Terapia de casal (Módulo 4.4) quando o componente relacional for o fator central de manutenção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Descartar Depressão (Módulo 4.2) como causa primária da queixa, especialmente diante de diminuição global do desejo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Disfunções Sexuais — Módulo 4.26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Dual Control Model explica a resposta sexual como equilíbrio entre um sistema excitatório e um sistema inibitório — o freio, não a falta de acelerador, costuma ser o problema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Desequilíbrio excitação-inibição, ansiedade de desempenho e fatores relacionais são os 3 traços centrais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FSFI, IIEF e avaliação médica complementar estruturam a avaliação, sempre em paralelo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protocolo começa pelo descarte de causa orgânica — essa ordem não é negociável, assim como nos transtornos alimentares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exercícios práticos e avaliação do Módulo 4.26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Disfunções Sexuais — Módulo 4.26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Disfunções Sexuais — Da Neurociência ao Protocolo Clínico</dc:title>
  <dc:subject>PptxGenJS Presentation</dc:subject>
  <dc:creator>Dioclides</dc:creator>
  <cp:lastModifiedBy>Dioclides</cp:lastModifiedBy>
  <cp:revision>1</cp:revision>
  <dcterms:created xsi:type="dcterms:W3CDTF">2026-07-10T02:36:56Z</dcterms:created>
  <dcterms:modified xsi:type="dcterms:W3CDTF">2026-07-10T02:36:56Z</dcterms:modified>
</cp:coreProperties>
</file>