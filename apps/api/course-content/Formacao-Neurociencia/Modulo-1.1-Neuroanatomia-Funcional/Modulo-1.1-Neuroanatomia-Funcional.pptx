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1.1 · BLOCO 1 · 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Neuroanatomia Funcional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cerebral que sustenta toda decisão terapêutica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Estruturas-chave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PFC, sistema límbico, hipocampo, ínsula, cerebelo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estruturas conversam entre si na regulação emocional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clínicos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cada disfunção aparece dentro da sessão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suspeitar de causa estrutural real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anatomia à psicoeducação que aumenta adesão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Neuroanatomia Funcional — Módulo 1.1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não precisa decorar neuroanatomia — precisa entender o suficiente pra explicar ao paciente, em duas frases, por que ele reage do jeito que reage.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é o objetivo deste módulo: não memorização, mas um vocabulário funcional que sustenta a psicoeducação em qualquer protocolo clínico do curso.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Neuroanatomia Funcional — Módulo 1.1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circuito que mais aparece na prática clínica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 (planejamento, regulação e controle inibitório)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Amígdala (detecção de ameaça e resposta emocional rápida)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Hipocampo (consolidação de memória e contexto temporal)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Ínsula (processamento interoceptivo, consciência do corpo)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córtex pré-frontal funciona como o "freio" regulador — ele modula a resposta gerada por estruturas mais primitivas do cérebro.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amígdala detecta ameaça de forma extremamente rápida, antes mesmo do processamento cortical consciente — por isso reações emocionais parecem "automáticas".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hipocampo e a ínsula fecham o quadro: contexto temporal/espacial da memória, e consciência das próprias sensações corporais.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Neuroanatomia Funcional — Módulo 1.1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percepção à resposta regulada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Estímulo percebido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sensorial chega ao cérebro, processada inicialmente de forma rápida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 límbica inicial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Amígdala avalia ameaça antes de qualquer análise consciente completa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Modulação pré-frontal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córtex pré-frontal reavalia e regula a intensidade da resposta inicial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 final integrada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observável, regulado ou não, dependendo do equilíbrio anterior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parte da psicoterapia, em diferentes abordagens, atua justamente nesse terceiro elo — fortalecendo a modulação pré-frontal sobre a resposta límbica inicial.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Neuroanatomia Funcional — Módulo 1.1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sistemas funcionais que organizam a clínica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executivo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Planejamento, controle inibitório e tomada de decisão (córtex pré-frontal)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memória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Consolidação, contexto e aprendizagem (hipocampo e estruturas associadas)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emocional/interoceptivo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ameaça e consciência corporal (amígdala e ínsula)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Praticamente todo protocolo clínico deste curso pode ser lido como uma intervenção sobre o equilíbrio entre esses 3 sistemas.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Neuroanatomia Funcional — Módulo 1.1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disfunção de cada estrutura aparece na sessão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Impulsividade, dificuldade de planejar, dificuldade de conter reações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Amígdala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Reatividade emocional desproporcional, hipervigilância a ameaça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Hipocampo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consolidar memória, comum em estresse crônico prolongado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Ínsula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identificar e nomear as próprias emoções (alexitimia)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Neuroanatomia Funcional — Módulo 1.1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suspeitar de causa estrutural real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Sintoma funcional (maioria dos casos)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consistente com história de vida e contexto emocional, sem sinais neurológicos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Lesão neurológica real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súbito, assimetria, sinais motores/sensoriais associados — exige avaliação médica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 neurodesenvolvimental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presente desde a infância, pervasivo — ver Módulos 4.22 (TDAH) e 4.27 (TEA)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Neuroanatomia Funcional — Módulo 1.1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essas funções são avaliadas formalmente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Funções executivas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Making, Stroop, Torre de Londres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Avaliam planejamento e controle inibitório — aprofundado no Módulo 2.3.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Memória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RAVLT, Figura Complexa de Rey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Avaliam consolidação e aprendizagem verbal/visual.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Entrevista clínica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 do estado mental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direta de sinais funcionais na sessão — Módulo 2.1.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Neuroanatomia Funcional — Módulo 1.1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neuroanatomia à aplicação clínica: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circuito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qual sistema parece mais envolvido na queixa do paciente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Traduzir em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psicoeducação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o mecanismo em linguagem acessível, sem jargão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ao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certo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essa leitura pra escolher a intervenção do Bloco 4 mais adequada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mudança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sinais de que a regulação está melhorando ao longo do tempo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é o fio condutor de todo o curso: cada protocolo clínico do Bloco 4 começa exatamente por essa leitura neuroanatômica do mecanismo.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Neuroanatomia Funcional — Módulo 1.1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Reconhecer o circuito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Pergunte-se: a queixa parece mais ligada a reatividade emocional (amígdala), planejamento (PFC) ou memória (hipocampo)?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fala espontânea do paciente como pista — ela geralmente aponta o sistema mais envolvido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Traduzir em psicoeducação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“Seu cérebro está reagindo rápido demais antes de pensar — isso não é falta de controle, é um circuito específico funcionando dessa forma agora.”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metáforas simples e concretas, evitando terminologia técnica desnecessária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Neuroanatomia Funcional — Módulo 1.1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Conectar ao protocolo certo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leitura do circuito pra escolher entre os protocolos do Bloco 4 (ex: reatividade amigdaliana aponta pra ansiedade/pânico)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o Módulo correspondente antes de aplicar a intervenção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Monitorar a mudança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sinais concretos de regulação melhorando (menos reatividade, mais planejamento) ao longo das sessões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isso como parte da psicoeducação contínua — mostrar progresso reforça adesão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Neuroanatomia Funcional — Módulo 1.1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paciente chega relatando que "explode" com facilidade em discussões, mesmo sabendo que está exagerando, e se arrepende depois. Ele descreve a sensação como "eu já grito antes de conseguir pensar". Não há histórico de lesão neurológica, início súbito ou outros sinais de alerta médico.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sistema funcional parece mais envolvido nessa queixa, e por quê?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explicaria esse mecanismo ao paciente em linguagem simples, sem jargão técnico?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 protocolo clínico do Bloco 4 essa leitura poderia conectar diretamente?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Neuroanatomia Funcional — Módulo 1.1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súbito de sintomas cognitivos ou emocionais, sem explicação psicológica clara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motores ou sensoriais associados (fraqueza, alteração de fala, perda de consciência)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presente desde a infância de forma pervasiva: considerar avaliação neurodesenvolvimental (Módulos 4.22, 4.27)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suspeita de causa neurológica real: encaminhar pra avaliação médica antes de aprofundar o trabalho psicológico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Neuroanatomia Funcional — Módulo 1.1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não é memorizar neuroanatomia, é ter vocabulário funcional pra psicoeducação clínica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PFC, amígdala, hipocampo e ínsula formam o circuito mais recorrente na prática clínica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executivo, sistema de memória e sistema emocional/interoceptivo organizam a leitura de praticamente qualquer queixa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leitura neuroanatômica é o fio condutor que conecta este módulo a todos os protocolos do Bloco 4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1.1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Neuroanatomia Funcional — Módulo 1.1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Neuroanatomia Funcional para a Clínica — O Mapa Cerebral da Prática Clínica</dc:title>
  <dc:subject>PptxGenJS Presentation</dc:subject>
  <dc:creator>Dioclides</dc:creator>
  <cp:lastModifiedBy>Dioclides</cp:lastModifiedBy>
  <cp:revision>1</cp:revision>
  <dcterms:created xsi:type="dcterms:W3CDTF">2026-07-10T02:51:18Z</dcterms:created>
  <dcterms:modified xsi:type="dcterms:W3CDTF">2026-07-10T02:51:18Z</dcterms:modified>
</cp:coreProperties>
</file>