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4.8 · PROTOCOLOS CLÍNICOS DIRETOS AO PONTO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TOC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neurociência do circuito ao protocolo de exposição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circuito que não consegue "desligar o alarme"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avisa que virou um ciclo instalado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Y-BOCS, DOCS e OCI-R na prática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prontos pra sessão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isso não basta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 — Módulo 4.8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TOC, o cérebro não consegue "desligar o alarme" sozinho — a compulsão alivia por um instante, mas ensina o circuito a disparar de novo.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por isso que "só parar de pensar" ou "só não fazer o ritual uma vez" raramente funciona sem um protocolo estruturado.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 — Módulo 4.8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circuito córtico-estriado-talâmico-cortical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44675" y="2496312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1914" y="4266590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2931" y="4266590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95344" y="2737714"/>
            <a:ext cx="329184" cy="329184"/>
          </a:xfrm>
          <a:prstGeom prst="ellipse">
            <a:avLst/>
          </a:prstGeom>
          <a:solidFill>
            <a:srgbClr val="A855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orbitofrontal (sinaliza "erro"/perigo)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caudado / estriado (normalmente filtra o sinal)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Tálamo (retransmite o sinal, criando o loop)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A8551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cingulado anterior ("algo está errado")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condições normais, o estriado filtra sinais irrelevantes antes de chegarem ao córtex.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TOC, esse filtro falha — o sinal de "erro" circula em loop entre córtex, estriado e tálamo.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é a sensação persistente de que "algo está errado", mesmo sem base real.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 — Módulo 4.8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pensamento intrusivo ao ciclo reforçado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Pensamento intrusivo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e o córtex orbitofrontal sinaliza "erro" ou perigo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Alarme não desliga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circuito CSTC mantém o sinal circulando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Compulsão alivia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ritual reduz a ansiedade por um instante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se reforça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alívio ensina o circuito a repetir o padrão — mais fácil disparar da próxima vez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o reforço negativo clássico: a compulsão não resolve, apenas ensina o cérebro a continuar o ciclo.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 — Módulo 4.8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dimensões clássicas do TOC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Contaminação / Limpeza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 de contaminação, rituais de lavagem e limpeza excessivos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Verificação / Checagem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patológica, necessidade de checar repetidamente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Simetria / Ordem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arrumação e ordem "exata", desconforto com assimetria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mesmo paciente pode ter mais de uma dimensão presente — identificar a predominante orienta a hierarquia de exposição.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 — Módulo 4.8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avisa que virou um ciclo instalado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intrusivo recorrente, dúvida patológica ("será que fechei?")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Tensão até completar o ritual, exaustão por repetição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Rituais/compulsões, evitação de gatilhos específicos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repetidos de reasseguramento a familiares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 — Módulo 4.8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Obsessões e compulsões ego-distônicas — o paciente reconhece que é excessivo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Transtorno de Personalidade Obsessivo-Compulsiva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Perfeccionismo e rigidez ego-sintônicos — a pessoa não vê como problema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Ansiedade Generalizada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Preocupação difusa, sem rituais compulsivos específicos de alívio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 — Módulo 4.8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escalas, três finalidades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Y-BOCS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Yale-Brown Obsessive Compulsive Scale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Padrão-ouro, aplicada pelo clínico. Mede gravidade de obsessões e compulsões.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Obsessive-Compulsive Scale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as dimensões/subtipos — útil pra planejar a hierarquia de exposição.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OCI-R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Obsessive-Compulsive Inventory-Revised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Autorrelato rápido, bom pra rastreio inicial e acompanhamento.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 — Módulo 4.8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à intervenção: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Psicoeducação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circuito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o loop CSTC, por que "só parar de pensar" não funciona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ciclo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→ obsessão → compulsão → alívio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 de Resposta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de exposição + resistir à compulsão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recaída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Generalizar ganhos, tolerar incerteza residual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próximas 2 telas, cada passo ganha um exemplo pronto pra levar pra sessão.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 — Módulo 4.8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Psicoeducação do circuito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“Seu cérebro está preso num loop que continua mandando o sinal de "algo está errado", mesmo sem base real. A compulsão alivia por um instante, mas ensina o circuito a repetir. Isso tem tratamento.”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a vergonha de "não conseguir simplesmente parar"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Mapeamento do ciclo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o gatilho específico, a obsessão que surge, a compulsão realizada e o alívio obtido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Desenhe o ciclo junto com o paciente, em voz alta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prepara a hierarquia de exposição do passo 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 — Módulo 4.8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Exposição com Prevenção de Resposta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2651760"/>
          <a:ext cx="4663440" cy="2011680"/>
        </p:xfrm>
        <a:graphic>
          <a:graphicData uri="http://schemas.openxmlformats.org/drawingml/2006/table">
            <a:tbl>
              <a:tblPr/>
              <a:tblGrid>
                <a:gridCol w="2331720"/>
                <a:gridCol w="2331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Ansiedade (0–10)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Checar a porta 1 vez e sair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Esperar 5 min sem checar de novo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Esperar 30 min sem checar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51560" y="4892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um degrau só quando o nível atual cai — sempre resistindo à compulsão, não evitando a exposição.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Prevenção de recaída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Generalizar os ganhos pra outras situações e dimensões do TOC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tolerância à incerteza residual — TOC raramente "zera" 100%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 plano periodicamente, mesmo após melhora significativa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 — Módulo 4.8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Marcelo, 34 anos, relata que verifica a fechadura da porta e o fogão de 15 a 20 vezes antes de conseguir sair de casa, o que já causou atrasos frequentes no trabalho. Reconhece que "sabe que já verificou", mas diz que "a dúvida não sai da cabeça até verificar de novo". Y-BOCS = 28.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dimensão do TOC está mais evidente na vinheta?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insight de Marcelo é preservado ou pobre? Por que isso importa clinicamente?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um primeiro passo de EPR adequado pro caso de Marcelo.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 — Módulo 4.8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pobre ou ausente — paciente não reconhece que o pensamento é exagerado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incapacitantes que impedem o funcionamento básico diário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avaliação farmacológica (TOC costuma exigir doses mais altas de ISRS)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Pensamentos tabu/agressivos com qualquer risco associado — avaliação de segurança imediata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 — Módulo 4.8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TOC, o circuito córtico-estriado-talâmico-cortical não consegue "desligar o alarme" sozinho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Contaminação, verificação e simetria são as 3 dimensões clássicas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Y-BOCS, DOCS e OCI-R cobrem diagnóstico padrão-ouro, dimensões e rastreio rápido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protocolo de 4 passos tem a Exposição com Prevenção de Resposta como núcleo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4.8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 — Módulo 4.8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Transtorno Obsessivo-Compulsivo — Da Neurociência ao Protocolo Clínico</dc:title>
  <dc:subject>PptxGenJS Presentation</dc:subject>
  <dc:creator>Dioclides</dc:creator>
  <cp:lastModifiedBy>Dioclides</cp:lastModifiedBy>
  <cp:revision>1</cp:revision>
  <dcterms:created xsi:type="dcterms:W3CDTF">2026-07-10T00:21:35Z</dcterms:created>
  <dcterms:modified xsi:type="dcterms:W3CDTF">2026-07-10T00:21:35Z</dcterms:modified>
</cp:coreProperties>
</file>