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4.19 · CLUSTER C · TRANSTORNOS DE PERSONALIDADE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TPOC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Perfeccionismo e controle como identidade, não como sintoma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rigidez e controle se tornam identidade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Perfeccionismo, rigidez e dificuldade de delegar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SCID-5-PD e Frost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flexibilizando regras aos poucos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conexão direta com o burnout clínico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TPOC não é TOC com outro nome — no TOC, a pessoa sofre com pensamentos intrusivos que não quer ter; no TPOC, a rigidez e o controle são sentidos como "o jeito certo de ser", não como sintoma.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diferença — ego-distônico versus ego-sintônico — muda completamente a entrada terapêutica: aqui, o paciente raramente chega pedindo ajuda com o perfeccionismo em si.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rigidez e controle se tornam identidade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dorsolateral (hiperengajamento no controle cognitivo)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de flexibilidade cognitiva (menor capacidade de alternar regras)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 (reforçado por ordem, controle e competência, não por alívio de ansiedade)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(ativação diante de imprevisibilidade ou perda de controle percebida)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pré-frontal dorsolateral mostra hiperengajamento no controle cognitivo deliberado, sustentando o padrão de planejamento e checagem constante.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circuitos de flexibilidade cognitiva mostram menor capacidade de alternar entre regras — a rigidez tem base mensurável, não é só "teimosia".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TOC, o sistema de recompensa aqui responde à ordem e ao controle em si, não ao alívio de uma ansiedade intrusiva específica — a distinção neurobiológica central entre os dois quadros.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necessidade de controle à identidade rígida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Temperamento com alta necessidade de previsibilidade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elevado diante de ambiguidade ou imprevisto, desde cedo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com expectativas rígidas de desempenho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precoce e consistente de comportamento perfeccionista e regrado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centrada em competência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"Eu sou a pessoa que faz certo" torna-se central ao autoconceito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TPOC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pervasivo de rigidez, perfeccionismo e necessidade de controle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confrontar diretamente o perfeccionismo costuma gerar resistência — ele não é sentido como problema, é sentido como quem a pessoa é.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Perfeccionismo disfuncional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tão altos que paralisam, em vez de impulsionar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Rigidez e inflexibilidade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adaptar regras a contextos novos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Necessidade excessiva de controle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tarefas, tempo e, com frequência, sobre outras pessoas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ponto-chave: são traços ego-sintônicos — vividos como parte da identidade, não como sintomas indesejados a serem eliminados.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rígido, dificuldade de ver "cinza", regras tratadas como absolutas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por perfeccionismo, dificuldade extrema de delegar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expressar afeto, relações por vezes vividas como "tarefas"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crônica associada à hipervigilância de controle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TOC (Módulo 4.8)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Ego-distônico, sintomas intrusivos indesejados e ansiedade específica; TPOC é estilo de personalidade ego-sintônico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Perfeccionismo adaptativo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Funcional, flexível conforme o contexto, sem prejuízo funcional significativo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Preocupação difusa e generalizada, diferente da necessidade específica de ordem e controle do TPOC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PID-5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Inventory for DSM-5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os traços patológicos de forma dimensional.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SCID-5-PD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 pra diagnóstico categorial formal.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Frost MPS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 Multidimensional Perfectionism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as dimensões específicas do perfeccionismo disfuncional.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manejo: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Flexibilizar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rígidas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comportamentais com "erros" controlados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ao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"bom o suficiente"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o padrão de perfeição pelo padrão funcional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ceder controle de tarefas, de forma progressiva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expressão afetiva além da competência e da tarefa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padrão é ego-sintônico, a motivação pra mudar costuma vir do custo funcional (esgotamento, conflitos) — não da percepção de que o perfeccionismo em si é o problema.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Flexibilizar regras rígidas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“Vamos tentar deixar essa tarefa com um pequeno erro proposital, e observar juntos o que realmente acontece.”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experimentos comportamentais com "erros" controlados e de baixo risco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a discrepância entre a catástrofe prevista e o resultado real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 ao "bom o suficiente"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Defina, junto com o paciente, o que conta como "suficientemente bom" antes de iniciar a tarefa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o desconforto de parar antes da perfeição percebida como habilidade a ser praticada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Delegar e confiar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delegando tarefas de baixo impacto, com critério de sucesso claramente definido antes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 à tentação de refazer o trabalho delegado — isso reforça a crença de que só o próprio padrão é confiável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Conexão emocional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foi pra você, não só o que foi feito — dá pra explorar isso também?”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Introduza perguntas que priorizem experiência emocional, não apenas desempenho ou tarefa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a diferença entre ser produtivo e ser presente na relação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Fernando, 44 anos, gerente de projetos, procura terapia a pedido da esposa, que reclama que ele "trata a casa como uma planilha". Fernando relata que refaz o trabalho dos subordinados porque "ninguém faz do jeito certo", trabalha regularmente até tarde revisando detalhes que "a maioria nem notaria", e diz não entender por que a esposa se queixa, já que ele "só está tentando fazer tudo bem feito". Não vê problema algum em seu próprio comportamento.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ilustram os 3 traços centrais do TPOC?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Fernando não reconhece seu padrão como problema — o que isso ilustra sobre a natureza ego-sintônica do quadro?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passo do manejo você aplicaria primeiro, considerando que Fernando não busca ajuda para o perfeccionismo em si?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esgotamento físico e emocional associados ao padrão de controle: ativar o protocolo do Módulo 4.3 (Burnout)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Transtorno de Ansiedade Generalizada, relativamente comum nesse perfil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Conflitos conjugais ou familiares recorrentes gerados pela rigidez, considerar terapia de casal complementar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sempre de TOC (Módulo 4.8) antes de definir o plano — a abordagem terapêutica muda conforme o diagnóstico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não é TOC — é um estilo de personalidade ego-sintônico, não sintomas intrusivos indesejados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Perfeccionismo disfuncional, rigidez e necessidade excessiva de controle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SCID-5-PD e Frost MPS estruturam a avaliação dimensional, categorial e do perfeccionismo específico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manejo flexibiliza regras aos poucos, e a motivação pra mudar costuma vir do custo funcional, não da autopercepção do problema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4.19 concluído — fim do bloco de Transtornos de Personalidade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TPOC — Módulo 4.19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de Personalidade Obsessivo-Compulsiva — Da Neurociência ao Manejo</dc:title>
  <dc:subject>PptxGenJS Presentation</dc:subject>
  <dc:creator>Dioclides</dc:creator>
  <cp:lastModifiedBy>Dioclides</cp:lastModifiedBy>
  <cp:revision>1</cp:revision>
  <dcterms:created xsi:type="dcterms:W3CDTF">2026-07-10T02:04:37Z</dcterms:created>
  <dcterms:modified xsi:type="dcterms:W3CDTF">2026-07-10T02:04:37Z</dcterms:modified>
</cp:coreProperties>
</file>