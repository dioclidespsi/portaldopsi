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1.2 · BLOCO 1 · 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Neurotransmissores e Eixo HPA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química que explica sintoma, resposta a fármaco e estresse crônico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HPA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Farmacologia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Serotonina e dopamina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Humor, motivação e recompensa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 e glutamato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 inibição-excitação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HPA e cortisol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neuroendócrina ao estresse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clínicos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 desregulação aparece na sessão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Farmacologia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ponte com o Bloco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sintoma que você trata tem, por trás, uma história de neurotransmissores — e todo remédio que seu paciente toma muda essa história de um jeito específico e previsível.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precisa prescrever pra entender essa química — precisa entender o suficiente pra ler o sintoma com mais precisão e dialogar com a psiquiatria de igual pra igual.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sistemas que mais aparecem na clínica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Serotonina (regulação de humor, sono e impulsividade)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Dopamina (motivação, recompensa e movimento)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 (principal neurotransmissor inibitório)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Glutamato (principal neurotransmissor excitatório)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serotonina modula amplamente humor, sono e controle de impulsos — é o alvo mais comum dos antidepressivos (Módulo 3.2).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dopamina sustenta motivação e a sensação de recompensa — sua desregulação aparece tanto em depressão quanto em adicções (Módulo 4.5).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 e glutamato formam o par regulador de excitação: GABA freia, glutamato acelera — o alvo dos ansiolíticos (Módulo 3.3).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estressor agudo à desregulação crônica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Estressor percebido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hipotálamo libera CRH em resposta a uma ameaça real ou percebida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Ativação do eixo HPA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Cascata hipotálamo-hipófise-adrenal libera cortisol na corrente sanguínea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adaptativa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curto prazo, o cortisol mobiliza energia e melhora o foco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Desregulação crônica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estressor persiste, o eixo HPA se desregula, gerando dano cumulativo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exatamente o mecanismo por trás do burnout (Módulo 4.3) — a exaustão do eixo HPA por estresse crônico prolongado.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categorias que organizam a farmacologia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Neuromoduladores de humor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Serotonina e dopamina — alvo principal de antidepressivos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excitação-inibição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Glutamato e GABA — alvo principal de ansiolíticos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neuroendócrino do estresse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— não tem "remédio direto", mas orienta todo manejo comportamental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3 categorias são exatamente o que organiza o Bloco 3 (Farmacologia) — cada classe de medicamento atua predominantemente numa delas.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cada desregulação aparece na sessão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Serotonina baixa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deprimido, irritabilidade, alterações de sono e apetite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Dopamina baixa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Anedonia, falta de motivação, dificuldade de sentir prazer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 reduzido / glutamato excessivo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Ansiedade, hiperexcitabilidade, dificuldade de relaxar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cronicamente elevado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Fadiga persistente, prejuízo cognitivo, alterações de sono e imunidade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essa leitura orienta encaminhamento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Sintoma leve e situacional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Costuma responder bem a intervenção psicológica isolada, sem necessidade farmacológica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Sintoma moderado a grave persistente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avaliação psiquiátrica complementar — ver Módulo 3.1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físicos de desregulação do cortisol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Fadiga extrema, alterações metabólicas: considerar avaliação médica complementar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monitorar essas desregulações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Escalas de humor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BDI-II, PHQ-9, GAD-7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Rastreiam sintomas associados à desregulação de serotonina/dopamina — Módulo 2.5.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Maslach Burnout Inventory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Rastreia sinais comportamentais de exaustão do eixo HPA.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médica laboratorial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clinicamente indicada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rotina, mas complementa quando há suspeita de desregulação significativa.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química à aplicação clínica: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qual neurotransmissor/eixo parece mais envolvido no sintoma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agudo de crônico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estresse pontual não é o mesmo que uma desregulação já consolidada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prescrever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mecanismo sem nunca sugerir ajuste de medicação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farmacologia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essa leitura pra dialogar melhor com a psiquiatria, quando aplicável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leitura química é a ponte direta pro Bloco 3 — cada classe de medicamento discutida lá atua especificamente sobre um desses sistemas.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Reconhecer o sistema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Anedonia e falta de motivação apontam mais pra dopamina; humor deprimido e irritabilidade, mais pra serotonina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e hiperexcitabilidade apontam pro par GABA-glutamato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Diferenciar agudo de crônico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“Isso que você sente há 3 semanas, desde aquele evento específico, é diferente de algo que já dura meses sem melhora — vamos entender qual dos dois é o seu caso.”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estressor pontual resolvido tende a normalizar o eixo HPA sozinho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Estresse prolongado sem resolução tende a exigir intervenção mais estruturada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Psicoeducar sem prescrever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mecanismo em linguagem acessível, sempre deixando claro que decisão de medicação é médica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sugira início, ajuste ou suspensão de qualquer fármaco — isso é sempre do médico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com a farmacologia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essa leitura pra formular perguntas mais precisas ao psiquiatra, quando houver encaminhamento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Aprofunde no Bloco 3 pra entender o que cada classe de medicamento muda na prática clínica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paciente relata que, há 4 meses, perdeu completamente o interesse em atividades que antes gostava, sente-se "sem energia pra nada" e não consegue sentir alegria mesmo em momentos que deveriam ser bons. Relata também dificuldade de dormir e fadiga constante. Não há evento estressor recente identificável.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sistema neurotransmissor parece mais envolvido nesse quadro, com base nos sinais relatados?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descrito é mais consistente com uma resposta aguda ou uma desregulação já consolidada? Por quê?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instrumento de rastreio (Módulo 2.5) você aplicaria pra formalizar essa avaliação?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moderados a graves persistentes por semanas, sem resposta a intervenção psicológica isolada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físicos importantes de desregulação do cortisol (fadiga extrema, alterações metabólicas significativas)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ou suspeita de necessidade de avaliação farmacológica: encaminhar conforme Módulo 3.1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comunicar ao paciente que a decisão sobre medicação é médica, nunca do psicólogo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Serotonina, dopamina, GABA e glutamato são os 4 sistemas que mais aparecem na leitura clínica de sintomas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eixo HPA explica a cascata do estresse agudo à desregulação crônica, base do burnout (Módulo 4.3)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padrão de sinal (humor, motivação, ansiedade, fadiga) aponta pra um sistema predominante diferente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leitura química nunca substitui a decisão médica — ela prepara o terreno pro diálogo com a psiquiatria, aprofundado no Bloco 3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1.2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 e Eixo HPA — Módulo 1.2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Neurotransmissores e Eixo HPA — A Química por Trás do Sintoma</dc:title>
  <dc:subject>PptxGenJS Presentation</dc:subject>
  <dc:creator>Dioclides</dc:creator>
  <cp:lastModifiedBy>Dioclides</cp:lastModifiedBy>
  <cp:revision>1</cp:revision>
  <dcterms:created xsi:type="dcterms:W3CDTF">2026-07-10T02:51:31Z</dcterms:created>
  <dcterms:modified xsi:type="dcterms:W3CDTF">2026-07-10T02:51:31Z</dcterms:modified>
</cp:coreProperties>
</file>