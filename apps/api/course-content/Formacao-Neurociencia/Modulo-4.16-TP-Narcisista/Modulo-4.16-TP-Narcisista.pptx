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4.16 · CLUSTER B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Narcisista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Grandiosidade como defesa de um self frágil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grandiosidade é uma defesa, não um traço isolado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Grandioso e vulnerável: dois lados do mesmo padrão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NPI e PNI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sem confrontar a grandiosidade de frente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Injúria narcísica e risco associado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grandiosidade no TP Narcisista não é excesso de autoestima — é a defesa construída sobre um self que, no fundo, teme profundamente não ter valor.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a virada teórica de Kohut e Kernberg: confrontar a grandiosidade de frente geralmente rompe o vínculo terapêutico, porque ataca exatamente a defesa que segura o paciente de pé.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sustenta a grandiosidade e a fragilidade por trás dela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Ínsula anterior (menor ativação em tarefas de empatia)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(hiper-responsivo à admiração externa)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(reatividade intensa à ameaça ao ego)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cingulado anterior (processamento reduzido de crítica social)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ínsula anterior, envolvida no processamento empático, mostra menor ativação em tarefas que pedem tomada de perspectiva do outro.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recompensa responde de forma amplificada a sinais de admiração — funcionando quase como regulador externo de autoestima.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reage intensamente a qualquer ameaça percebida ao ego, o que explica a reação desproporcional a críticas — a chamada "injúria narcísica".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validação condicional ao self grandioso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condicional na infância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Amor/atenção contingente a desempenho, ou superavaliação sem sintonia genuína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frágil e propenso à vergonha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autovalor que nunca se consolidou de forma estável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de um self grandioso defensivo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que protege o núcleo frágil de ser sentido diretamente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Narcisista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crônica de admiração externa pra manter a defesa em pé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uma crítica ou fracasso pode gerar uma queda desproporcional — a chamada injúria narcísica, quando a defesa falha e o self frágil fica momentaneamente exposto.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Grandiosidade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 inflado de importância e de talento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Necessidade de admiração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validação externa constante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empatia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genuína de reconhecer a perspectiva emocional do outro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subtipos clínicos: o grandioso (mais visível, confiante, dominante) e o vulnerável (hipersensível, ansioso, defensivo) — ambos compartilham o núcleo frágil.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social constante, sensibilidade extrema à crítica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interpessoal, arrogância, busca de status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reciprocidade genuína, uso do outro como "espelho"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 fisiológica intensa diante de ameaça ao ego (injúria narcísica)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Antissocial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ganho/poder concreto, sem necessidade central de admiração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Histriônica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atenção em geral; narcisista busca admiração específica por grandiosidade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autoestima saudável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 crítica e reconhece limites, sem depender de validação externa constante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os traços patológicos de forma dimensional.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Narcissistic Personality Inventory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no subtipo grandioso, mais visível clinicamente.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Narcissism Inventory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tanto o subtipo grandioso quanto o vulnerável.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Aliança sem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direto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atacar a grandiosidade de frente no início do vínculo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genuína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valor pessoal que não dependa de admiração externa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Desenvolver, aos poucos, a capacidade de reconhecer a perspectiva do outro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imperfeição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Suportar crítica e fracasso sem colapso nem retaliação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 a grandiosidade cedo demais costuma gerar ruptura do vínculo — a defesa precisa ser respeitada antes de ser gentilmente questionada.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Aliança sem confronto direto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“Quero entender melhor como você vê essa situação, antes de qualquer outra coisa.”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compreensão empática da experiência subjetiva do paciente antes de questionar distorções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confrontações diretas sobre grandiosidade nas fases iniciais do vínculo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Autoestima genuína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Ajude o paciente a reconhecer conquistas reais, sem depender de comparação ou admiração externa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a diferença entre valor pessoal e desempenho/status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Empatia gradual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perguntas que convidem, sem exigir, a tomada de perspectiva do outro ("o que você acha que essa pessoa sentiu?")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costuma ser lento e não-linear — não é um objetivo de curto prazo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à imperfeição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“Errar aqui não muda o seu valor como pessoa — dá pra explorar isso com calma.”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pequenas exposições a falha e crítica, com suporte ativo do terapeuta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 sinais de injúria narcísica (retraimento, raiva intensa, desvalorização do terapeuta)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Eduardo, 38 anos, é encaminhado após uma demissão inesperada. Relata que sempre foi "o melhor em tudo que fez" e que a demissão "só prova que ninguém reconhece talento de verdade". Fica visivelmente irritado quando o terapeuta faz perguntas que soam como questionamento, e minimiza o impacto emocional da perda, mas nas últimas semanas relata insônia e um comentário isolado de que "às vezes penso que seria mais fácil não estar aqui".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sustentam a hipótese de grandiosidade como defesa, e não como excesso de autoestima saudável?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sinal na vinheta indica risco que precisa ser avaliado imediatamente, independente do diagnóstico de personalidade?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aplicaria o passo 1 (aliança sem confronto direto) na primeira resposta a Eduardo?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menção a desejo de morte ou desesperança após injúria narcísica: ativar imediatamente o protocolo do Módulo 4.9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depressivos significativos após fracasso, perda de status ou humilhação pública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 recorrentes de vínculo terapêutico por injúria narcísica não-manejada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uso de substâncias como forma de regular a fragilidade do self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grandiosidade no TP Narcisista é uma defesa construída sobre um self frágil, não um excesso de autoestima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Grandiosidade, necessidade de admiração e falta de empatia são os 3 traços centrais — com subtipos grandioso e vulnerável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NPI e PNI estruturam a avaliação, cobrindo os dois subtipos clínicos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manejo evita confronto direto precoce e trabalha autoestima genuína, empatia gradual e tolerância à imperfeição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4.16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Narcisista — Módulo 4.16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Narcisista — Da Neurociência ao Manejo</dc:title>
  <dc:subject>PptxGenJS Presentation</dc:subject>
  <dc:creator>Dioclides</dc:creator>
  <cp:lastModifiedBy>Dioclides</cp:lastModifiedBy>
  <cp:revision>1</cp:revision>
  <dcterms:created xsi:type="dcterms:W3CDTF">2026-07-10T01:41:06Z</dcterms:created>
  <dcterms:modified xsi:type="dcterms:W3CDTF">2026-07-10T01:41:06Z</dcterms:modified>
</cp:coreProperties>
</file>