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4.14 · CLUSTER B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Borderline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Desregulação emocional, DBT e segurança clínica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biossocial de Linehan, explicado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afetiva, de vínculo e de autoimagem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ZAN-BPD, BSL-23 e MSI-BPD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áreas de habilidade da DBT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clínica é prioridade constante aqui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Borderline não é sobre "drama" ou "manipulação" — é sobre um sistema nervoso que sente mais rápido, mais forte e demora mais pra voltar ao equilíbrio do que a média.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reformulação, criada por Marsha Linehan, é a base de todo o manejo baseado em evidência desse transtorno — inclusive da sua própria experiência clínica dela.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torna a emoção tão intensa e duradoura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9501" y="2576779"/>
            <a:ext cx="457200" cy="45720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4186123"/>
            <a:ext cx="365760" cy="36576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86123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(hiper-reativa, resposta emocional amplificada)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(regulação descendente reduzida sob estresse)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apego/oxitocina (hipersensível à rejeição percebida)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lento à linha de base emocional (baixa habituação)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responde de forma mais intensa e mais rápida a estímulos emocionais, inclusive ambíguos.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tem dificuldade de "baixar o volume" dessa resposta sob estresse — a regulação top-down falha.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apego é hipersensível a sinais de rejeição ou abandono, mesmo quando ambíguos ou não-intencionais.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biossocial de Linehan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 emocional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Temperamento com alta sensibilidade, alta reatividade e retorno lento à linha de 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invalidante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emocionais da criança são repetidamente ignoradas, punidas ou trivializadas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 em aprender a regular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não desenvolve confiança nas próprias respostas emocionais nem habilidade de regulá-las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Desregulação emocional pervasiva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transacional (temperamento × ambiente) do TP Borderline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modelo transacional: nem só biologia, nem só ambiente — a interação repetida entre os dois, ao longo do desenvolvimento, é o que consolida o padrão.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Instabilidade afetiva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emocionais rápidas e intensas, em resposta a gatilhos interpessoais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Instabilidade de vínculo/autoimagem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Idealização-desvalorização, senso de self flutuante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Impulsividade autolesiva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de risco e autolesão como regulação emocional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autolesão, nesse quadro, funciona quase sempre como estratégia (disfuncional) de regulação emocional — não como manipulação, embora possa ter efeito interpessoal também.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dicotômico (tudo-ou-nada), dissociação sob estresse intenso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Autolesão, impulsividade (gastos, substâncias, sexo de risco)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intenso de abandono, ciclos de idealização e desvalorização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 fisiológica intensa e prolongada a estímulos emocionais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Histriônica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atenção sem o padrão de autolesão crônica nem o medo intenso de abandono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Bipolar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de dias/semanas; borderline muda de humor em horas, por gatilho interpessoal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TEPT Complexo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específico é central; borderline combina temperamento + invalidação crônica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MSI-BPD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McLean Screening Instrument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rápida — indica quando aprofundar a avaliação.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ZAN-BPD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Zanarini Rating 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gravidade dos 9 critérios do DSM-5 e monitora evolução.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BSL-23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Symptom List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amplo de sintomas, útil pra acompanhamento contínuo.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as 4 áreas da DBT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todas as outras habilidades — observar sem reagir automaticamente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mal-estar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Atravessar a crise sem piorar a situação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vulnerabilidade e intensidade emocional ao longo do tempo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interpessoal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o que precisa e dizer não, mantendo a relação e o autorrespeito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(Terapia Comportamental Dialética, Linehan, 1993) é o tratamento com maior evidência de eficácia pra esse transtorno — reduz autolesão e hospitalizações.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Mindfulness e Tolerância ao mal-estar,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Mindfulness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“Antes de reagir, observe: o que estou sentindo agora, no corpo, sem tentar mudar isso ainda?”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Observar, descrever e participar são as 3 habilidades "o quê"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julgamento, uma coisa de cada vez, com efetividade são as 3 habilidades "como"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ao mal-estar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de crise (STOP, respiração, autoacalmar-se com os 5 sentidos) pra atravessar o pico emocional sem piorar a situação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resolve o problema — só evita que a resposta impulsiva agrave a crise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nos momentos de risco de autolesão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Regulação emocional e Efetividade interpessoal,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Regulação emocional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vulnerabilidade de base: sono, alimentação, exercício, uso de substâncias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emoção com precisão reduz sua intensidade ("labeling")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oposta: agir de forma contrária ao impulso da emoção, quando ela não é justificada pelos fatos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Efetividade interpessoal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“Consigo pedir o que preciso e, ao mesmo tempo, manter a relação e meu respeito por mim mesmo — as duas coisas juntas, não uma ou outra.”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MAN (pedir/recusar de forma efetiva) equilibra objetivo, relação e autorrespeito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Camila, 24 anos, chega em crise após o namorado demorar a responder uma mensagem. Relata pensamento de "ele vai me deixar, sempre acontece isso", seguido de raiva intensa e um episódio de autolesão superficial. Ela alterna entre descrever o namorado como "a melhor coisa que já aconteceu" e, horas depois, "a pior pessoa do mundo". Relata infância marcada por respostas emocionais frequentemente ignoradas pelos pais.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 modelo biossocial de Linehan (vulnerabilidade + ambiente invalidante)?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alternância entre idealização e desvalorização do namorado ilustra qual dos 3 traços centrais?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habilidade da DBT (dentre as 4 áreas) você priorizaria no momento agudo da crise, e qual para o trabalho de fundo?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Autolesão ou ideação suicida presentes: ativar imediatamente o protocolo do Módulo 4.9 (avaliação de risco e Safety Planning)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encaminhamento pra programa estruturado de DBT (individual + grupo de habilidades), padrão-ouro de tratamento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uso de substâncias ou transtornos alimentares, comum nesse perfil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dissociação intensa ou sintomas psicóticos transitórios sob estresse extremo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biossocial de Linehan explica o TP Borderline como vulnerabilidade emocional + ambiente invalidante, não como "drama" ou "manipulação"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afetiva, de vínculo/autoimagem e impulsividade autolesiva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MSI-BPD, ZAN-BPD e BSL-23 estruturam triagem, gravidade e acompanhamento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— mindfulness, tolerância ao mal-estar, regulação emocional, efetividade interpessoal — é o tratamento com maior evidência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Borderline — Módulo 4.14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Borderline — Da Neurociência ao Manejo com DBT</dc:title>
  <dc:subject>PptxGenJS Presentation</dc:subject>
  <dc:creator>Dioclides</dc:creator>
  <cp:lastModifiedBy>Dioclides</cp:lastModifiedBy>
  <cp:revision>1</cp:revision>
  <dcterms:created xsi:type="dcterms:W3CDTF">2026-07-10T01:33:51Z</dcterms:created>
  <dcterms:modified xsi:type="dcterms:W3CDTF">2026-07-10T01:33:51Z</dcterms:modified>
</cp:coreProperties>
</file>