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4.21 · PROTOCOLOS CLÍNICOS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Transtornos Alimentares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controle sobre a comida vira o problema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Encaminhamento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restringir alimenta o próprio ciclo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Restrição, compulsão e a distorção da imagem corporal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EAT-26 e EDE-Q na prática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passos, sempre em equipe multiprofissional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Encaminhamento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risco médico vem antes do trabalho psicológico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Transtornos Alimentares — Módulo 4.21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 transtornos alimentares, restringir não é só uma escolha que sai do controle — a própria restrição altera a forma como o cérebro processa fome, saciedade e recompensa, criando um ciclo que se sustenta sozinho.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por isso que "força de vontade" nunca foi a explicação certa, e por que o primeiro passo do protocolo quase sempre é médico, não psicológico.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Transtornos Alimentares — Módulo 4.21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 restrição se sustenta sozinha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Ínsula (processamento interoceptivo distorcido de fome e saciedade)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recompensa (resposta alterada a alimentos, conforme o subtipo)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Córtex pré-frontal (controle rígido e excessivo sobre o impulso alimentar)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de imagem corporal (distorção da autopercepção da forma física)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ínsula, responsável por processar sinais internos do corpo, distorce a percepção de fome e saciedade — parte de por que a fome real deixa de ser um guia confiável.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de recompensa responde de forma alterada a alimentos: reduzida na restrição, amplificada em episódios de compulsão.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córtex pré-frontal exerce controle rígido e excessivo sobre o impulso alimentar na restrição, o oposto do que ocorre na compulsão, onde esse controle falha.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Transtornos Alimentares — Módulo 4.21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dieta inicial ao ciclo consolidado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Perfeccionismo e ansiedade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Combinado a pressão sociocultural de magreza e valorização do controle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Restrição alimentar inicial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Muitas vezes começa como dieta comum, sem intenção patológica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Adaptação neurobiológica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restrição reforça, paradoxalmente, a sensação de controle e competência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consolidado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alimentar disfuncional que se sustenta independente da intenção original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por isso que o transtorno raramente é sobre comida em si — a restrição vira, ao longo do tempo, uma forma (disfuncional) de regular emoção e sensação de controle.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Transtornos Alimentares — Módulo 4.21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traços centrais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Restrição alimentar/controle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rígidas sobre o que, quando e quanto comer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Distorção da imagem corporal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e forma como base central da autoavaliação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Comportamento compensatório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Purgação, exercício excessivo ou jejum após episódios de ingestão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Anorexia, Bulimia e Transtorno de Compulsão Alimentar diferem principalmente na combinação e intensidade desses 3 traços, não em traços totalmente distintos.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Transtornos Alimentares — Módulo 4.21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reconhecer o padrão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dicotômico sobre comida ("bom/ruim"), supervalorização do peso na autoavaliação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Rituais alimentares, evitação de refeições sociais, exercício compulsivo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 social em torno de refeições, conflitos familiares frequentes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desnutrição, alterações menstruais, flutuações extremas de peso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Transtornos Alimentares — Módulo 4.21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diferencial rápido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Anorexia x Bulimia x TCA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por peso corporal e presença ou ausência de comportamento purgativo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TOC (Módulo 4.8)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Rituais alimentares aqui servem ao controle de peso/forma, não à redução de ansiedade sobre conteúdo obsessivo distinto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Transtorno Dismórfico Corporal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Preocupação não limitada a peso/forma, mas a características corporais específicas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Transtornos Alimentares — Módulo 4.21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instrumentos e um dado objetivo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EAT-26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Eating Attitudes Test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rápida de atitudes e comportamentos alimentares de risco.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EDE-Q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Eating Disorder Examination Questionnaire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mais detalhada dos sintomas centrais do transtorno.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IMC/histórico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Massa Corporal e histórico ponderal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objetivo complementar, nunca isolado do quadro clínico completo.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Transtornos Alimentares — Módulo 4.21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mecanismo ao protocolo: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o primeiro passo, em equipe multiprofissional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Reintrodução gradual, sem negociar as regras do paciente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Reestruturação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imagem corporal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Trabalhar a relação com peso e forma além do número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recaída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a gatilhos como dietas e comentários sobre peso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psicológico profundo só avança com segurança quando o risco médico está estabilizado — essa ordem não é negociável.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Transtornos Alimentares — Módulo 4.21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Estabilização médica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Trabalhe sempre em equipe com médico e nutricionista — nunca isoladamente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Priorize sinais de risco (IMC crítico, alterações eletrolíticas) antes de qualquer intervenção psicológica profunda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Normalização do padrão alimentar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“Vamos reconstruir um padrão de alimentação regular, com apoio, sem negociar as regras que a restrição impôs até aqui.”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Reintroduza refeições de forma gradual e estruturada, com apoio da equipe nutricional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negociar exceções às regras alimentares rígidas do paciente durante esse processo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Transtornos Alimentares — Módulo 4.21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Reestruturação da imagem corporal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Trabalhe a diferença entre valor pessoal e peso/forma corporal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Questione o pensamento dicotômico sobre comida ("bom/ruim") de forma gradual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Prevenção de recaída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gatilhos específicos: novas dietas, comentários sobre peso, transições de vida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Construa um plano de ação combinado pra momentos de maior risco de recaída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Transtornos Alimentares — Módulo 4.21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Beatriz, 22 anos, é trazida pela mãe, que notou perda de peso significativa nos últimos meses. Beatriz relata que "só está sendo mais saudável", mas evita refeições em família, tem regras rígidas sobre o que pode comer, e afirma se sentir "gorda" mesmo com o peso atual visivelmente abaixo do esperado. Relata amenorreia há 3 meses e cansaço constante, mas minimiza esses sintomas.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elementos da vinheta ilustram os 3 traços centrais dos transtornos alimentares?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sinais físicos exigem avaliação médica imediata, independente de qualquer trabalho psicológico?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insistir em "convencer" Beatriz a comer mais, sem envolver a equipe médica, seria uma abordagem arriscada?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Transtornos Alimentares — Módulo 4.21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IMC crítico ou sinais de instabilidade médica (alterações eletrolíticas, cardíacas): encaminhamento emergencial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multiprofissional obrigatória — médico e nutricionista trabalhando junto com a psicoterapia, não depois dela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Comorbidade com depressão, ansiedade ou TOC, relativamente comum nesse perfil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Amenorreia, desmaios ou sinais de desnutrição significativa: avaliação médica antes de aprofundar o trabalho psicológico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Transtornos Alimentares — Módulo 4.21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restrição alimentar altera o processamento neurobiológico de fome, saciedade e recompensa, sustentando o próprio ciclo do transtorno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Restrição/controle, distorção da imagem corporal e comportamento compensatório são os 3 traços centrais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EAT-26 e EDE-Q estruturam a triagem e avaliação detalhada, sempre com IMC e histórico ponderal como dado complementar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protocolo começa sempre pela estabilização médica em equipe multiprofissional — essa ordem não é negociável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4.21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Transtornos Alimentares — Módulo 4.21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Transtornos Alimentares — Da Neurociência ao Protocolo Clínico</dc:title>
  <dc:subject>PptxGenJS Presentation</dc:subject>
  <dc:creator>Dioclides</dc:creator>
  <cp:lastModifiedBy>Dioclides</cp:lastModifiedBy>
  <cp:revision>1</cp:revision>
  <dcterms:created xsi:type="dcterms:W3CDTF">2026-07-10T02:21:27Z</dcterms:created>
  <dcterms:modified xsi:type="dcterms:W3CDTF">2026-07-10T02:21:27Z</dcterms:modified>
</cp:coreProperties>
</file>