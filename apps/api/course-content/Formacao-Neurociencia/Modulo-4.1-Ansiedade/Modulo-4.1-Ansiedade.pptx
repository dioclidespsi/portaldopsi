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 · PROTOCOLOS CLÍNICOS DIRETOS AO PONTO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Ansiedade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neurociência ao protocolo clínico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no cérebro na ansiedade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90672" y="192024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647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77647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27832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73552" y="36118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mente avisa antes da crise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58384" y="192024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44184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604418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95544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41264" y="36118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BAI, GAD-7 e HAM-A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26096" y="192024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1189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831189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63256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08976" y="36118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prontos pra sessão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93808" y="192024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79608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579608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30968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76688" y="36118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isso não basta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Ansiedade não é falta de força de vontade.
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um circuito </a:t>
            </a:r>
            <a:pPr indent="0" marL="0">
              <a:lnSpc>
                <a:spcPct val="115000"/>
              </a:lnSpc>
              <a:buNone/>
            </a:pPr>
            <a:r>
              <a:rPr lang="en-US" sz="3600" b="1" i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fazendo exatamente</a:t>
            </a:r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 que evoluiu pra fazer.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essa frase — não um jargão diagnóstico — que costuma abrir a porta pra reestruturação cognitiva. O paciente para de lutar contra a própria biologia e começa a trabalhar com ela.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circuito do medo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59152" y="4186123"/>
            <a:ext cx="384048" cy="384048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78454" y="4025189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2818181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76042" y="4588459"/>
            <a:ext cx="292608" cy="292608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Hipocampo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Hipotálamo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amígdala detecta ameaça e dispara a resposta antes do córtex pré-frontal terminar de avaliar se ela é real.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hipocampo contextualiza ("isso já aconteceu antes?") — e é aqui que memórias de trauma distorcem a leitura do presente.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eixo HPA em cadeia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Hipotálamo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 a ameaça e libera CRH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54680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0" y="196596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22192" y="21488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Hipófise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22192" y="265176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liberando ACTH na corrente sanguínea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89320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92240" y="196596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56832" y="21488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Adrenal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56832" y="265176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cortisol e adrenalina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23960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9326880" y="196596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91472" y="21488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 em alerta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91472" y="265176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Coração acelera, músculos tensionam, respiração muda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 eficaz nomeia essa cadeia em voz alta com o paciente — reduz o medo do próprio sintoma físico, que é o que alimenta o ataque de pânico.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Luta, fuga ou paralisia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68880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24688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3474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Irritabilidade, tensão muscular, vontade de confrontar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Fuga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3474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Evitação, inquietação, necessidade de sair da situação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0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0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Paralisia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95360" y="3474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Congelamento, "branco" mental, dificuldade de agir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são a mesma resposta biológica — o que muda é qual sistema motor o corpo escolhe. Nenhuma é "exagero".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mente avisa antes da crise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acelerado, catastrofização, dificuldade de concentração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muscular, taquicardia, respiração curta, tontura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Evitação de situações, checagem repetida, procrastinação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Irritabilidade, busca excessiva de reasseguramento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91840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Preocupação difusa e persistente, sem gatilho único, dura ≥ 6 meses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92024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920240"/>
            <a:ext cx="3291840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 de pânico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 súbitas e intensas, medo de nova crise ("medo do medo")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1920240"/>
            <a:ext cx="3291840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Fobia específica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7432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 circunscrito a um objeto/situação, evitação clara e previsível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escalas,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 Anxiety Inventory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itens de sintomas somáticos e cognitivos. Rápido, bom pra acompanhar evolução sessão a sessão.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19202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GAD-7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5488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Anxiety Disorder-7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0632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Rastreio de 7 itens. Ideal pra primeira sessão e triagem — rápido de aplicar e pontuar.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5820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HAM-A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5820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Anxiety Rating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58200" y="30632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pelo clínico, não autorrelato. Mais sensível a sintomas físicos — boa para acompanhamento com psiquiatria.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à intervenção: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3736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mecanismo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 circuito com o paciente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1188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Reestruturação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Reavaliar pensamentos catastróficos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89320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3232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situações evitadas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0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82980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8298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0684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Respiração, grounding, relaxamento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próximas 2 telas, cada passo ganha um exemplo pronto pra levar pra sessão.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do mecanismo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você sentiu agora foi sua amígdala avisando perigo antes do resto do cérebro checar se era real — por isso o coração dispara mesmo sem motivo aparente.”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 circuito reduz o medo do sintoma físico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sem minimizar ("faz sentido", não "é bobagem")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o terreno pro passo seguinte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Reestruturação cognitiva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651760"/>
          <a:ext cx="4663440" cy="201168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Reavaliação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“Vou passar mal e ninguém vai ajudar”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“Já passei por isso antes e o pico dura poucos minutos”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“Se eu não controlar, vou enlouquecer”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“Ansiedade é desconfortável, não perigosa”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492240" y="4892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registro de pensamento como tarefa de casa entre sessões.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Exposição gradual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2651760"/>
          <a:ext cx="4663440" cy="210312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Ansiedade (0–10)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Falar sobre o medo em sessão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um áudio pra alguém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Fazer a ligação evitada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51560" y="4937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um degrau só quando o nível atual cai pela metade.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86600" y="20848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regulação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65176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Respiração diafragmática (4-7-8): </a:t>
            </a:r>
            <a:endParaRPr lang="en-US" sz="125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 4s, segura 7s, solta 8s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5-4-3-2-1: </a:t>
            </a:r>
            <a:endParaRPr lang="en-US" sz="125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estímulos dos 5 sentidos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Relaxamento muscular progressivo: </a:t>
            </a:r>
            <a:endParaRPr lang="en-US" sz="125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tensionar e soltar grupos musculares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Marina, 29 anos, chega relatando “ataques” duas vezes por semana: coração acelerado, falta de ar, sensação de que vai desmaiar. Começou a evitar o transporte público. GAD-7 = 16. Nega uso de substâncias.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ou transtorno de pânico? O que no relato diferencia?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instrumento você aplicaria agora — e por quê esse e não outro?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os 2 primeiros degraus da hierarquia de exposição para Marina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físicos de pânico sem avaliação cardiológica prévia — descartar causa orgânica antes de fechar o diagnóstico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refratária após 12 semanas de protocolo bem conduzido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depressão maior ou ideação suicida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substâncias como forma de automedicação da ansiedade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686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é circuito, não fraqueza — amígdala, eixo HPA e as 3 respostas de defesa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BAI, GAD-7 e HAM-A servem pra momentos diferentes do acompanhamento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de 4 passos vai de psicoeducação a exposição gradual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claros de quando o caso pede encaminhamento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— Módulo 4.1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Ansiedade — Da Neurociência ao Protocolo Clínico</dc:title>
  <dc:subject>PptxGenJS Presentation</dc:subject>
  <dc:creator>Dioclides</dc:creator>
  <cp:lastModifiedBy>Dioclides</cp:lastModifiedBy>
  <cp:revision>1</cp:revision>
  <dcterms:created xsi:type="dcterms:W3CDTF">2026-07-09T21:08:34Z</dcterms:created>
  <dcterms:modified xsi:type="dcterms:W3CDTF">2026-07-09T21:08:34Z</dcterms:modified>
</cp:coreProperties>
</file>