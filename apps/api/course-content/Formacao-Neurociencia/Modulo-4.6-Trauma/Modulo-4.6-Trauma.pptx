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4.6 · PROTOCOLOS CLÍNICOS DIRETOS AO PONTO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Trauma e TEPT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neurociência da memória traumática ao protocolo clínico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memória traumática parece "presente"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avisa que o quadro está se instalando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PCL-5, IES-R e CAPS-5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prontos pra sessão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não basta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 flashback, o cérebro não está lembrando do trauma. Ele está revivendo — porque a memória nunca foi arquivada como "passado".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distinção muda tudo na psicoeducação: o paciente não está "exagerando" nem "preso ao passado" por escolha — é um erro de arquivamento da memória.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cérebro na memória traumática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1914" y="4266590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2931" y="4266590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4675" y="2496312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737714"/>
            <a:ext cx="292608" cy="292608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(hipervigilante, lê neutro como ameaça)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Hipocampo (falha em contextualizar no tempo)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medial (hipoativo, não "desliga" o alarme)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Tronco cerebral (resposta de congelamento/dissociação)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contextualização temporal do hipocampo, a memória fica "solta" — um gatilho a traz de volta como se fosse agora.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pré-frontal medial normalmente inibe a amígdala; no trauma, essa inibição fica enfraquecida.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ameaça extrema, o tronco cerebral pode gerar congelamento — não é escolha, é resposta automática.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evento ao flashback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 traumático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codifica a experiência com intensidade extrema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Falha de contextualização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Hipocampo não consegue marcar a memória como "passado"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 fragmentada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armazenada como sensação, não como narrativa organizada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Gatilho dispara revivência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estímulo semelhante reativa a memória como se fosse presente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"só lembrar" não é o problema — o problema é a memória nunca ter sido devidamente arquivada como algo que já passou.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clusters de sintomas do TEPT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Reexperimentação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Flashbacks, pesadelos, memórias intrusivas do evento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lugares, pessoas ou pensamentos associados ao trauma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Hiperexcitação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Hipervigilância, sobressalto exagerado, irritabilidade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 de TEPT exige sintomas presentes nos 3 clusters, não apenas em um.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avisa que o quadro está se instalando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Pensamentos intrusivos, dificuldade de concentração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Sobressalto exagerado, tensão constante, alterações de sono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Evitação de lugares, pessoas ou situações associadas ao evento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Distanciamento emocional, dificuldade de confiar, irritabilidade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presentes há mais de 1 mês, prejuízo funcional claro, os 3 clusters presentes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Estresse Agudo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semelhantes, mas com menos de 1 mês — pode remitir espontaneamente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Luto traumático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como evento central, mistura elementos de luto e trauma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PCL-5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 Checklist for DSM-5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Autorrelato de 20 itens. Bom pra rastreio e acompanhamento de evolução.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IES-R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Event Scale-Revised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intrusão, evitação e hiperexcitação especificamente.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CAPS-5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Clinician-Administered PTSD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 aplicada pelo clínico. Padrão-ouro diagnóstico.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à intervenção: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regulação emocional básica, antes de tudo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mecanismo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a hipervigilância e o erro de arquivamento da memória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especializadas — exige treinamento específico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Reintegração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gradual de atividades evitadas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2 telas, cada passo ganha um exemplo pronto pra levar pra sessão.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Estabilização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processamento do trauma, construa segurança básica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grounding e regulação emocional (respiração, ancoragem sensorial)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avance pro processamento quando o paciente tiver recursos mínimos de regulação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mecanismo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“Num flashback, seu cérebro não está lembrando — está revivendo, porque essa memória nunca foi arquivada como passado. Isso tem explicação biológica, não é fraqueza.”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medo do próprio sintoma ("estou enlouquecendo?")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Processamento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como EMDR, exposição prolongada ou TCC focada em trauma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Exigem treinamento especializado — não são pra aplicar sem formação específica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não tem essa formação, esse é o momento de considerar encaminhamento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Reintegração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gradual de atividades evitadas, no ritmo do paciente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de recaída: identificar gatilhos residuais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Celebrar retomadas pequenas — elas reconstroem a sensação de segurança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Beatriz, 27 anos, sofreu um assalto à mão armada há 4 meses. Desde então, tem pesadelos frequentes, evita passar pela rua onde ocorreu o assalto, se sobressalta com sons altos repentinos, e relata "reviver" o momento quando vê algo parecido com a arma usada. PCL-5 = 45.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clusters de sintomas do TEPT aparecem na vinheta?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o PCL-5 = 45.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deveria ser o primeiro passo do protocolo com Beatriz, antes de qualquer processamento do trauma?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Dissociação severa — amnésia dissociativa ou despersonalização incapacitante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uso de substâncias ativo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Ideação suicida presente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terapia especializada em processamento de trauma (ex: EMDR) quando o terapeuta não tem essa formação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trauma, a memória não foi arquivada como "passado" — por isso o flashback parece presente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Reexperimentação, evitação e hiperexcitação são os 3 clusters centrais do TEPT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PCL-5, IES-R e CAPS-5 cobrem rastreio, medição específica e diagnóstico padrão-ouro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de 4 passos começa em estabilização — processamento exige treinamento especializado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4.6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 TEPT — Módulo 4.6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Trauma e TEPT — Da Neurociência ao Protocolo Clínico</dc:title>
  <dc:subject>PptxGenJS Presentation</dc:subject>
  <dc:creator>Dioclides</dc:creator>
  <cp:lastModifiedBy>Dioclides</cp:lastModifiedBy>
  <cp:revision>1</cp:revision>
  <dcterms:created xsi:type="dcterms:W3CDTF">2026-07-10T00:02:13Z</dcterms:created>
  <dcterms:modified xsi:type="dcterms:W3CDTF">2026-07-10T00:02:13Z</dcterms:modified>
</cp:coreProperties>
</file>