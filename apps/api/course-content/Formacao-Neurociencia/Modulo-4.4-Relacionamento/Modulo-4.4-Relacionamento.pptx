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4.4 · PROTOCOLOS CLÍNICOS DIRETOS AO PONTO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Relacionamento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neurociência do vínculo ao protocolo de terapia de casal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no cérebro em conflito de casal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avisa que o padrão está cronificando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 triagem de segurança na prática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passos, prontos pra sessão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Encaminhamento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isso não basta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— Módulo 4.4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conflito, o cérebro trata o parceiro como ameaça — não porque o amor acabou, mas porque o sistema de defesa assumiu o comando.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essa distinção que costuma tirar o casal do "quem está certo" e levar pra "o que está acontecendo entre nós".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— Módulo 4.4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cérebro no vínculo e no conflito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1914" y="4266590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92931" y="4266590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44675" y="2496312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95344" y="2737714"/>
            <a:ext cx="292608" cy="292608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Amígdala (ameaça em conflito)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recompensa (vínculo seguro)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pré-frontal (regulação, "sequestrado" em briga)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Hipocampo (memória de padrões relacionais antigos)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Oxitocina liberada em vínculo seguro reduz reatividade da amígdala — e o inverso também é verdade.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conflito, a amígdala pode "sequestrar" o córtex pré-frontal — por isso é tão difícil "pensar direito" numa briga.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hipocampo traz à tona brigas antigas — o que explica reações desproporcionais a conflitos pequenos.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— Módulo 4.4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gatilho ao ciclo de conflito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Gatilho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comentário, tom de voz ou silêncio é interpretado como ameaça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Amígdala ativa defesa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parceiro passa a ser lido como ameaça, não como aliado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Comunicação vira defesa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Ataque-defesa substitui escuta e resolução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se repete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repetição reforça o padrão e a desconfiança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Quebrar esse ciclo é justamente o que os passos 3 e 4 do protocolo (comunicação e reparação) fazem.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— Módulo 4.4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padrão perseguir–afastar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Perseguição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intensa de contato, crítica, cobrança — intensifica quando não tem resposta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Afastamento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Retraimento, evitação, silêncio como forma de se proteger do conflito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Congelamento mútuo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se fecham — comunicação praticamente para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parceiro costuma puxar mais pra perseguição, o outro pra afastamento — e cada reação alimenta a do outro.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— Módulo 4.4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avisa que o padrão está cronificando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automática de intenção negativa ("ele fez de propósito")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Tensão corporal só de ouvir o tom de voz do parceiro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tópicos inteiros, sarcasmo recorrente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de toque físico, conversas cada vez mais superficiais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— Módulo 4.4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diferencial rápido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Conflito normal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Acontece, mas se resolve — não trava a comunicação de forma persistente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Padrão cronificado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Perseguir-afastar recorrente, ciclo se repete sem resolução real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Violência doméstica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terapia de casal padrão — exige protocolo de segurança separado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— Módulo 4.4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instrumentos, três finalidades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Ajustamento Diádico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satisfação geral do relacionamento — consenso, coesão, expressão afetiva.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ECC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Comunicação do Casal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especificamente o padrão de comunicação e resolução de conflito.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de Segurança Relacional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breve de rastreio de violência — obrigatório antes de iniciar terapia de casal padrão.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— Módulo 4.4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mecanismo à intervenção: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Psicoeducação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mecanismo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a ativação de ameaça no conflito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padrão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 ciclo perseguir-afastar específico do casal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Intervenção em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Desescalada e tempo de pausa estruturado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vínculo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Momentos de conexão e ritual de reparo pós-conflito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próximas 2 telas, cada passo ganha um exemplo pronto pra levar pra sessão.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— Módulo 4.4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Psicoeducação do mecanismo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“Quando vocês brigam, o cérebro de cada um está tratando o outro como ameaça — não porque o amor acabou, mas porque o sistema de defesa assumiu o comando.”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 o casal do "quem está certo"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linguagem compartilhada pra falar do padrão sem culpar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Mapeamento do padrão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a cada um: "o que você faz quando sente que está perdendo o outro?"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quem perseguiu, quem se afastou, e o gatilho mais comum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Desenhe o ciclo junto com o casal, em voz alta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— Módulo 4.4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Intervenção em comunicação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pausa estruturado: quando a intensidade sobe, ambos concordam em pausar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Compromisso de retomar a conversa em horário combinado — evita perseguição sem fim e afastamento sem retorno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Escuta ativa: repetir o que o outro disse antes de responder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Reparação de vínculo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 de reparo pós-conflito (ex: check-in curto no fim do dia)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Reconstruir momentos de conexão fora do contexto de conflito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Pequenos gestos consistentes pesam mais que grandes declarações isoladas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— Módulo 4.4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e Renata, casados há 8 anos, procuram terapia porque "não conseguem mais conversar sem brigar". Renata diz que Marcos "sempre se fecha e sai da sala" quando ela tenta discutir algo importante. Marcos diz que sente que "nada que ele faz é suficiente" e prefere se afastar a discutir. O toque físico praticamente sumiu. Negam episódios de violência física ou verbal grave. DAS indica baixo ajustamento diádico.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padrão de conflito está descrito, e quem assume qual papel?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triagem de segurança é suficiente aqui pra prosseguir com terapia de casal padrão? Justifique.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Sugira uma intervenção do passo 3 (comunicação) adequada pro padrão identificado.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— Módulo 4.4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Violência doméstica identificada — exige protocolo de segurança separado, não terapia de casal conjunta padrão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Infidelidade não resolvida travando o processo — pode exigir trabalho individual antes do conjunto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dos parceiros com quadro psiquiátrico não tratado que precisa de atenção individual primeiro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 conflito sem qualquer avanço após 12 semanas de protocolo bem conduzido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— Módulo 4.4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conflito, o cérebro trata o parceiro como ameaça — não é falta de amor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perseguir-afastar explica a maioria dos ciclos de conflito cronificado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DAS, Escala de Comunicação e triagem de segurança formam a base da avaliação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protocolo de 4 passos vai de psicoeducação a reparação de vínculo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4.4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— Módulo 4.4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Relacionamento e Terapia de Casal — Da Neurociência ao Protocolo Clínico</dc:title>
  <dc:subject>PptxGenJS Presentation</dc:subject>
  <dc:creator>Dioclides</dc:creator>
  <cp:lastModifiedBy>Dioclides</cp:lastModifiedBy>
  <cp:revision>1</cp:revision>
  <dcterms:created xsi:type="dcterms:W3CDTF">2026-07-09T23:51:13Z</dcterms:created>
  <dcterms:modified xsi:type="dcterms:W3CDTF">2026-07-09T23:51:13Z</dcterms:modified>
</cp:coreProperties>
</file>