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4.13 · CLUSTER B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Antissocial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risco, limites claros e trabalho em rede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punição não inibe o comportamento aqui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diferencia de outros perfis do Cluster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PCL-R, PID-5 e SCID-5-PD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com ênfase em risco e contingência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Aqui, rede multiprofissional é regra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TP Antissocial, a psicoterapia tradicional tem a menor evidência de eficácia entre todos os transtornos de personalidade — este módulo é sobre manejo de risco, não sobre "cura".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importante começar por essa expectativa realista: aqui, o objetivo clínico principal costuma ser reduzir dano e reincidência, não transformar a estrutura de personalidade.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punição não inibe o comportamento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orbitofrontal / ventromedial (hipofunção na aprendizagem moral)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(hiporreativa ao sofrimento alheio)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(busca de sensação elevada)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(baixa resposta fisiológica ao medo/punição)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orbitofrontal/ventromedial é central na aprendizagem de que uma ação teve consequência ruim — aqui, essa aprendizagem é prejudicada.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responde menos ao distress facial de outra pessoa — a base biológica do déficit empático central desse quadro.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resposta fisiológica ao medo explica por que punição (inclusive legal) tem efeito inibitório reduzido, diferente do desenvolvimento típico.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temperamento à consolidação do padrão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Baixo medo / baixa resposta a punição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Temperamento de base, frequentemente já visível na infância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Aprendizagem moral prejudicada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Punição não inibe o comportamento como no desenvolvimento típico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de Conduta (se antes dos 18)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violação de normas se consolida na adolescência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Antissocial (após os 18)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interpessoal reforçada pelo ganho obtido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de TP Antissocial exige, por critério, histórico de Transtorno de Conduta antes dos 15 anos — não é um quadro que "aparece do nada" na vida adulta.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Desconsideração por normas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Violação recorrente de regras sociais e legais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empatia/remorso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genuína de reconhecer o impacto nos outros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Impulsividade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sensação, baixa aversão ao risco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Psicopatia é um construto relacionado, mas não idêntico — enfatiza mais o déficit afetivo central e usa o PCL-R como instrumento específico.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de outros perfis do Cluster 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Racionalização do comportamento antissocial, culpar sistematicamente outros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Mentira recorrente, violação de normas, agressão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de vínculos, superficialidade afetiva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resposta fisiológica a estímulos aversivos ou de medo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Narcisista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admiração; antissocial busca ganho/poder, sem necessidade de ser admirado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de Conduta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precursor obrigatório antes dos 15 anos — antissocial só se diagnostica após os 18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Psicopatia (PCL-R)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 relacionado, com maior ênfase no déficit afetivo central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PCL-R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Psychopathy Checklist-Revised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especificamente traços psicopáticos — aplicação exige treinamento formal.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os traços patológicos de forma dimensional.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SCID-5-PD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pra diagnóstico categorial formal.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risco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violência e reincidência, antes de qualquer intervenção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baseada em contingência funciona melhor que insight puro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dano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comportamentos específicos, não personalidade global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sistema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Judicial, familiar, institucional, quando aplicável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todos os módulos anteriores, aqui a avaliação de risco vem ANTES de qualquer outro passo — não depois.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risco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instrumentos estruturados de avaliação de risco de violência antes de definir o plano terapêutico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 histórico de violência, uso de substâncias e comportamento em ambientes de baixa supervisão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avaliação não é opcional nem posterior — é o primeiro passo obrigatório aqui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 contingências claras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“Aqui está claro o que acontece se os combinados não forem seguidos — não é ameaça, é a estrutura do nosso trabalho juntos.”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Contingências claras e consistentes funcionam melhor que apelo a insight ou empatia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combinados e consequências de forma objetiva desde o início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dano — foco específico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comportamentos concretos (ex: reincidência de um tipo específico de violação), não "mudar a personalidade"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pequenas e mensuráveis têm mais chance real de adesão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Reforce ganhos comportamentais concretos (ex: cumprir condicional) sem esperar mudança de caráter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Envolvimento do sistema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isolado de um único terapeuta tem eficácia limitada nesse perfil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Envolva sistema judicial, familiar ou institucional quando aplicável e autorizado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de equipe reduz risco de manipulação do processo terapêutico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Diego, 27 anos, é encaminhado pelo sistema judicial após condenação por fraude. Nas sessões, minimiza repetidamente as consequências de seus atos ("todo mundo faz isso, eu só fui pego") e atribui a responsabilidade às vítimas ("eles deveriam ter sido mais espertos"). Relata histórico de furtos desde os 12 anos e expulsão escolar por agressão aos 15.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critério histórico do DSM-5 está presente na vinheta, e por que ele é obrigatório pro diagnóstico?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minimização e culpabilização da vítima ilustram qual dos 3 traços centrais?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meta terapêutica (passo 3) seria mais realista aqui do que "desenvolver empatia"?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realizar avaliação formal de risco de violência com instrumento estruturado, não é exceção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Envolvimento de equipe multiprofissional e rede (judicial, social) — trabalho isolado tem eficácia limitada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uso de substâncias ativo, que eleva significativamente o risco comportamental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risco iminente a terceiros ou ao próprio paciente exigem protocolo de segurança formal (ver Módulo 4.9)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TP Antissocial, punição tem efeito inibitório reduzido por hipofunção do córtex orbitofrontal e baixa resposta ao medo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Desconsideração por normas, falta de empatia/remorso e impulsividade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PCL-R, PID-5 e SCID-5-PD estruturam a avaliação — PCL-R exige treinamento formal específico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 expectativa é realista: manejo de risco e redução de dano, com avaliação de risco sempre em primeiro lugar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Antissocial — Módulo 4.13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Antissocial — Da Neurociência ao Manejo de Risco</dc:title>
  <dc:subject>PptxGenJS Presentation</dc:subject>
  <dc:creator>Dioclides</dc:creator>
  <cp:lastModifiedBy>Dioclides</cp:lastModifiedBy>
  <cp:revision>1</cp:revision>
  <dcterms:created xsi:type="dcterms:W3CDTF">2026-07-10T01:30:19Z</dcterms:created>
  <dcterms:modified xsi:type="dcterms:W3CDTF">2026-07-10T01:30:19Z</dcterms:modified>
</cp:coreProperties>
</file>