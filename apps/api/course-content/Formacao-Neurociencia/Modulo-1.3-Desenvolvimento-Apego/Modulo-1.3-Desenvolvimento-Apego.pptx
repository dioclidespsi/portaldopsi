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1.3 · BLOCO 1 · 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 e Apego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críticas, trauma precoce e a base neurobiológica dos vínculos adultos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críticas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precoce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Janelas críticas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de maior plasticidade no desenvolvimento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apego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neurobiológica dos padrões seguro/inseguro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precoce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adversidade programa o eixo do estresse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adultos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padrão de apego aparece na sessão hoje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 direto pros Módulos 4.4, 4.14, 4.17 e 4.18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de apego que um adulto traz pra terapia raramente começou na vida adulta — ele foi moldado nos primeiros anos, numa janela em que o cérebro estava excepcionalmente aberto à influência do ambiente.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essa origem não serve pra culpar cuidadores — serve pra entender por que certos padrões relacionais são tão resistentes à mudança, e como a própria relação terapêutica pode ajudar a reescrevê-los.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forma nas janelas críticas do desenvolvimento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apego (oxitocina, vínculo e busca de proximidade)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HPA (programado precocemente pela qualidade do cuidado recebido)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e hipocampo (moldados pela experiência emocional precoce)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(maturação mais tardia, moldada por regulação compartilhada)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apego, dependente de oxitocina, se forma nas primeiras interações de cuidado — a base biológica da busca por proximidade e segurança.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HPA é programado precocemente pela qualidade do cuidado — cuidado responsivo tende a gerar um eixo mais regulado; adversidade tende a gerar maior reatividade.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amadurece mais tarde, moldado em grande parte pela regulação compartilhada com cuidadores — a base neurobiológica de por que aprendemos a nos regular observando outros regularem a gente primeiro.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cuidado recebido ao padrão relacional adulto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 cuidado precoce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Responsividade, consistência e sintonia emocional do cuidador principal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do padrão de apego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Seguro, ansioso, evitativo ou desorganizado, consolidado na primeira infância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interno de trabalho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inconscientes sobre si mesmo e sobre os outros em relações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relacional adulto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do modelo em relações românticas, terapêuticas e de amizade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padrões de apego aparecem de forma tão consistente entre diferentes relações da vida adulta — o modelo interno de trabalho é generalizado, não específico de uma única relação.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centrais da neurobiologia do apego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apego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seguro, ansioso, evitativo e desorganizado, com base no oxitocina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do eixo HPA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ao estresse moldada precocemente pela qualidade do cuidado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Regulação compartilhada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se regular observando e sendo regulado por outros primeiro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3 elementos são o pré-requisito neurobiológico direto pros Módulos de Relacionamento (4.4) e de vários Transtornos de Personalidade (4.14, 4.17, 4.18).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padrão de apego aparece na sessão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Crenças sobre merecer ou não cuidado, sobre confiar ou não nos outros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excessiva de proximidade, evitação de intimidade, ou padrão inconsistente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do mesmo padrão em diferentes relações, inclusive na aliança terapêutica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fisiológica ao estresse relacional, moldada precocemente pelo eixo HPA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Diferenciando os padrões de apego adulto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Apego ansioso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intensa de proximidade, medo de abandono — base de vários quadros do Módulo 4.14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Apego evitativo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com intimidade, autossuficiência excessiva — base do Módulo 4.17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Apego desorganizado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contraditória de busca e medo do vínculo, comum em trauma precoce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pra avaliar apego e adversidade precoce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ECR-R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in Close Relationships — Revised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de padrão de apego em relações adultas.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Attachment Interview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 mais profunda sobre narrativa de apego.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Childhood Experiences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de rastreio de adversidade na infância.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desenvolvimento à aplicação clínica: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padrão de apego predominante do paciente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formação precoce sem gerar culpa nos cuidadores nem no paciente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aliança terapêutica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terapeuta como base segura temporária pra praticar um novo padrão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certo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pro módulo de personalidade/relacionamento mais adequado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terapêutica em si é uma das ferramentas mais poderosas pra trabalhar apego — ela oferece uma experiência corretiva de vínculo consistente e responsivo.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o padrão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como o paciente se relaciona com o próprio terapeuta ao longo do tempo — é uma amostra direta do padrão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narrativas sobre relações passadas em busca de temas recorrentes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Psicoeducar a origem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 jeito de se relacionar começou muito cedo, como uma forma de se adaptar ao ambiente que você tinha — não é uma falha de caráter, é uma adaptação que pode ser atualizada agora.”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linguagem que culpabilize cuidadores ou o próprio paciente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Enfatize que o padrão foi adaptativo no contexto original, mesmo que custoso agora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a aliança terapêutica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consistência e previsibilidade — a base da experiência corretiva de apego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Nomeie, quando útil, os momentos em que o padrão relacional aparece na própria sessão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ao protocolo certo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Apego ansioso consolidado: considerar Módulo 4.14 (TP Borderline) se houver critérios completos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Apego evitativo consolidado: considerar Módulo 4.17 (TP Evitativa)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relacionais de casal: considerar Módulo 4.4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relata que, em todas as relações românticas que já teve, sente uma necessidade intensa de confirmação constante de que é amado, e entra em pânico diante de qualquer sinal ambíguo de distanciamento do parceiro. Relata infância com um cuidador principal emocionalmente inconsistente — às vezes muito presente, às vezes distante sem explicação.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padrão de apego parece mais consistente com a história relatada?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inconsistência do cuidado precoce se conecta ao padrão relacional adulto descrito?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usaria a própria relação terapêutica pra trabalhar esse padrão ao longo do processo?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precoce grave com sintomas de intrusão/hipervigilância: considerar sobreposição com TEPT (Módulo 4.6)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apego consolidado em quadro de personalidade completo: direcionar pro módulo correspondente (4.14, 4.17, 4.18)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significativo em relação de casal atual: considerar Módulo 4.4 como complemento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extenso de adversidade na infância (ACE elevado): investigar impacto cumulativo em múltiplas áreas de funcionamento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críticas do desenvolvimento moldam o sistema de apego, o eixo HPA e a capacidade de autorregulação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interno de trabalho formado na infância se generaliza pras relações adultas, inclusive a terapêutica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Apego ansioso, evitativo e desorganizado são os 3 padrões centrais, cada um com uma assinatura relacional própria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terapêutica é ferramenta direta de trabalho — consistência e previsibilidade oferecem experiência corretiva de apego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1.3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Apego — Módulo 1.3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Neurociência do Desenvolvimento e do Apego — A Base de Todo Padrão Relacional Adulto</dc:title>
  <dc:subject>PptxGenJS Presentation</dc:subject>
  <dc:creator>Dioclides</dc:creator>
  <cp:lastModifiedBy>Dioclides</cp:lastModifiedBy>
  <cp:revision>1</cp:revision>
  <dcterms:created xsi:type="dcterms:W3CDTF">2026-07-10T02:54:37Z</dcterms:created>
  <dcterms:modified xsi:type="dcterms:W3CDTF">2026-07-10T02:54:37Z</dcterms:modified>
</cp:coreProperties>
</file>