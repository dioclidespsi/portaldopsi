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4.20 · PROTOCOLOS CLÍNICOS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Bipolar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Ritmo, recorrência e o limite da psicoterapia isolada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cérebro fica mais sensível a cada episódio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Mania, hipomania e a fase que mais aparece na clínica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MDQ, HCL-32 e YMRS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centrados em ritmo e recaída precoce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farmacoterapia nunca é opcional aqui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Transtorno Bipolar, cada episódio deixa o cérebro mais sensível ao próximo — é o chamado efeito kindling, e é por isso que prevenção de recaída pesa tanto quanto tratar o episódio atual.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também a razão pela qual confundir Bipolar com Depressão Unipolar é um dos erros diagnósticos mais custosos da clínica: antidepressivo isolado pode precipitar um episódio de mania.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cérebro oscila entre polos tão distintos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Estriado ventral (hiper-responsivo à recompensa na mania)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(regulação descendente insuficiente sobre o impulso)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supraquiasmático (ritmo circadiano instável, gatilho e sintoma)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kindling (sensibilização progressiva a cada novo episódio)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estriado ventral, núcleo do sistema de recompensa, responde de forma amplificada durante episódios de mania/hipomania.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córtex pré-frontal não consegue regular esse impulso de forma suficiente, permitindo que a ativação do sistema de recompensa se traduza em comportamento.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supraquiasmático, regulador do ritmo circadiano, funciona de forma instável — privação de sono é tanto gatilho quanto sintoma precoce de episódio.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gatilho circadiano ao efeito kindling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 genética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hereditária forte, uma das maiores entre os transtornos psiquiátricos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Ruptura do ritmo social/sono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vida que desregulam sono e rotina funcionam como gatilho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Episódio de humor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Mania, hipomania ou depressão, conforme a polaridade predominante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kindling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episódio sensibiliza o cérebro, reduzindo o limiar pro próximo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por isso que o Transtorno Bipolar tende a ter curso mais recorrente e mais grave quanto mais tempo passa sem tratamento adequado — a doença "aprende" a recorrer.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centrais do quadro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Episódios de mania/hipomania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Grandiosidade, energia excessiva, redução da necessidade de sono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Episódios depressivos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Dominam quantitativamente o curso, sobretudo no Tipo II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Instabilidade do ritmo circadiano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e sintoma precoce, presente entre os episódios também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 necessidade de sono sem fadiga no dia seguinte é um dos sinais mais específicos de mania/hipomania — diferente de insônia, em que a pessoa quer dormir e não consegue.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acelerado e fuga de ideias na mania; lentificação na depressão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impulsivos, hipersexualidade e projetos grandiosos em fase maníaca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 por decisões impulsivas; isolamento na fase depressiva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 necessidade de sono sem fadiga — sinal cardinal de mania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 Unipolar (Módulo 4.2)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investigar histórico de mania/hipomania antes de tratar como unipolar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TDAH (Módulo 4.22)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é crônico e estável desde a infância; bipolar tem curso episódico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Borderline (Módulo 4.14)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muda de humor em horas por gatilho interpessoal; bipolar tem episódios de dias/semanas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Disorder Questionnaire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rápida pra histórico de sintomas hipomaníacos/maníacos.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HCL-32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Hypomania Checklist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 características e impacto funcional da hipomania.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YMRS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Mania Rating Scale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gravidade de sintomas maníacos em curso.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protocolo: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Vulnerabilidade-estresse e efeito kindling, explicados ao paciente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humor/ritmo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chart e regularidade de sono e rotina (base do IPSRT)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Pródromos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os sinais de alerta específicos de cada paciente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gatilhos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do sono e redução de estimulação em risco de mania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psicoterapia aqui é sempre adjuvante — estabilizadores de humor prescritos por psiquiatra são a primeira linha de tratamento, não uma opção alternativa.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Psicoeducação do modelo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“Cada episódio deixa o cérebro um pouco mais sensível ao próximo — é por isso que proteger a rotina agora importa tanto quanto tratar o episódio de hoje.”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efeito kindling em linguagem acessível, sem gerar fatalismo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Reforce que adesão à farmacoterapia reduz diretamente a frequência de novos episódios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de humor e ritmo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 mood chart diário (humor, horas de sono, eventos) como base de dados objetiva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nos princípios da IPSRT — regularidade de rotina social protege contra recaída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Pródromos pessoais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Ajude o paciente a identificar seus sinais de alerta específicos (ex: "durmo menos e começo 3 projetos ao mesmo tempo")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um plano de ação previamente combinado pra quando esses sinais aparecerem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gatilhos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Proteja o sono ativamente em períodos de maior risco (viagens, mudanças de rotina, eventos estressantes)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Reduza estimulação e decisões de grande impacto durante sinais prodrômicos de mania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Bruno, 31 anos, procura terapia após um episódio depressivo grave, já em tratamento com antidepressivo prescrito por outro profissional há 3 semanas, sem melhora. Ao investigar o histórico, ele relata dois períodos no último ano em que "dormia 3 horas por noite e não sentia cansaço", iniciou 4 projetos profissionais simultâneos, gastou uma quantia significativa em compras impulsivas, e se sentia "capaz de qualquer coisa" — episódios que ele nunca mencionou a nenhum profissional por não considerar um problema.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sustentam a hipótese de Transtorno Bipolar, e não de Depressão Unipolar?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uso isolado de antidepressivo, nesse caso, é uma preocupação clínica relevante?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instrumento você aplicaria primeiro, e o que ele ajudaria a confirmar?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encaminhar para avaliação psiquiátrica — estabilizador de humor é primeira linha, a psicoterapia não substitui a farmacoterapia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elevado, especialmente em episódios depressivos e estados mistos: ativar o protocolo do Módulo 4.9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psicóticos durante episódio maníaco ou risco de dano por comportamento impulsivo grave: encaminhamento emergencial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isolado de antidepressivo sem estabilizador de humor associado, quando há histórico de mania/hipomania não investigado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kindling explica por que cada episódio deixa o cérebro mais sensível ao próximo, tornando a prevenção de recaída central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 de mania/hipomania, episódios depressivos e instabilidade do ritmo circadiano são os 3 elementos centrais do quadro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MDQ, HCL-32 e YMRS estruturam a triagem, o detalhamento e a gravidade dos sintomas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é sempre adjuvante à farmacoterapia — o encaminhamento psiquiátrico nunca é opcional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4.20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Transtorno Bipolar — Módulo 4.20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Transtorno Bipolar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2026-07-10T02:13:06Z</dcterms:created>
  <dcterms:modified xsi:type="dcterms:W3CDTF">2026-07-10T02:13:06Z</dcterms:modified>
</cp:coreProperties>
</file>