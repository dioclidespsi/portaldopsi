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3.2 · BLOCO 3 · FARMACOLOGIA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Antidepressivos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ISRS, IRSN, tricíclicos e atípicos: o que muda na sessão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mais prescrita, primeira linha na maioria dos casos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IRSN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dupla, frequentemente indicada em quadros mistos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Tricíclicos e atípicos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específicos, indicações mais direcionadas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de resposta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efeito não é imediato, e o que isso significa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Efeitos na sessão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Achatamento afetivo, ativação inicial e o que fazer com isso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paciente que começa antidepressivo hoje não vai melhorar amanhã — e explicar isso com precisão, antes que a decepção bata, é uma das intervenções mais simples e mais esquecidas da prática clínica.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classes de antidepressivos não é sobre escolher qual prescrever — é sobre calibrar expectativa, reconhecer efeito relevante na sessão, e psicoeducar com precisão.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antidepressivos alteram no cérebro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Recaptação de serotonina (ISRS, alvo mais comum)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Recaptação de serotonina e noradrenalina (IRSN, ação dupla)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neurotransmissores (tricíclicos, perfil mais amplo)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(crescimento sináptico ao longo de semanas)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 imediato de serotonina disponível não é, sozinho, o que gera a melhora clínica — isso já acontece nas primeiras doses.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melhora clínica real depende de mudanças plásticas mais lentas, sustentadas por BDNF (Módulo 1.4) — daí o tempo de resposta de semanas.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exatamente o motivo pelo qual o efeito não é imediato, mesmo que a mudança química inicial já tenha ocorrido no primeiro dia.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início do fármaco à resposta clínica plena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Início da medicação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química imediata, sem melhora clínica perceptível ainda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ativação inicial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1-2 semanas, risco de aumento paradoxal de ansiedade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Mudanças plásticas em curso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sináptico gradual, sustentado por semanas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clínica plena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 entre 4 e 8 semanas, variável entre pacientes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de ativação inicial é justamente o período de maior risco de abandono precoce do tratamento — psicoeducação nesse momento específico é crítica.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grandes classes de antidepressivos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Inibidores seletivos de recaptação de serotonina, primeira linha mais comum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IRSN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Inibidores de recaptação de serotonina e noradrenalina, ação dupla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Tricíclicos e atípicos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mais amplos ou específicos, indicações mais direcionadas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entre classes é sempre médica — o valor clínico pro psicólogo está em reconhecer qual classe o paciente usa e o que isso implica na sessão.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Efeitos que aparecem diretamente na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inicial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ansiedade e inquietação nas primeiras 1-2 semanas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Achatamento afetivo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 amplitude emocional, comum com uso prolongado de ISRS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colaterais físicos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Náusea, alterações de sono, mudanças na libido, entre outros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terapêutica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melhora perceptível nas primeiras semanas, apesar do uso correto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Diferenciando efeito esperado de sinal de alerta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esperado e transitório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 leve ou sonolência nas primeiras semanas, geralmente resolve sozinho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Ativação a monitorar de perto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significativo de agitação/ansiedade, sobretudo em jovens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de alerta a comunicar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Piora do humor, ideação suicida nova, ou efeito colateral intenso persistente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acompanhar a resposta ao longo do tempo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seriadas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BDI-II, PHQ-9, HAM-D (Módulo 2.5)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Documentam a evolução real, além da percepção subjetiva do paciente.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C-SSRS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risco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relevante na janela de ativação inicial.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Diário de efeitos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simples do paciente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diferenciar efeito transitório de sinal persistente.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prescrição à psicoeducação: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usada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qual antidepressivo o paciente usa, e há quanto tempo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tempo de resposta esperado, antes que a decepção apareça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inicial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redobrada nas primeiras 1-2 semanas de uso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achatamento afetivo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 melhora real, e comunicar se necessário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se aplicam a qualquer classe de antidepressivo — o que muda entre elas é o perfil específico de efeitos, não essa estrutura geral de acompanhamento.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 a classe usada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diretamente qual medicação e há quanto tempo, sem constranger o paciente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 isso no prontuário como dado relevante de contexto clínico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Calibrar expectativa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efeito completo costuma levar de 4 a 8 semanas — não é sinal de que não está funcionando se você ainda não sentir mudança agora.”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isso logo no início do tratamento medicamentoso, não apenas quando o paciente já estiver frustrado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Monitorar a janela inicial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primeiras 1-2 semanas, pergunte ativamente sobre aumento de ansiedade ou agitação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Reforce que isso deve ser comunicado ao psiquiatra, não apenas tolerado em silêncio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achatamento afetivo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especificamente se o paciente sente falta da amplitude emocional de antes, positiva e negativa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ao psiquiatra se isso estiver impactando significativamente a qualidade de vida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iniciou ISRS há 5 semanas e relata que, apesar de "não estar mais tão triste", também não sente mais alegria genuína com nada, incluindo atividades que sempre gostou. Ele pergunta se isso é "normal" ou se "tem algo errado".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fenômeno farmacológico esse relato provavelmente descreve?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diferenciaria isso de uma resposta terapêutica incompleta?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responderia à pergunta direta do paciente, sem minimizar nem alarmar desnecessariamente?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ideação suicida nova ou piora do humor na janela de ativação inicial: ativar o Módulo 4.9 imediatamente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Achatamento afetivo impactando significativamente a qualidade de vida: comunicar ao psiquiatra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completa de resposta após 8 semanas de uso adequado: sugerir reavaliação médica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colaterais físicos persistentes e intensos: comunicar prontamente, sem aguardar a próxima consulta agendada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melhora clínica depende de mudanças plásticas graduais, não do aumento imediato de serotonina — daí o tempo de resposta de semanas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ISRS, IRSN e tricíclicos/atípicos são as 3 grandes classes, cada uma com perfil de efeitos específico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inicial, achatamento afetivo e latência terapêutica são os efeitos mais relevantes de reconhecer na sessão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expectativa desde o início do tratamento medicamentoso previne boa parte do abandono precoce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— Módulo 3.2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Antidepressivos — Mecanismo, Tempo de Resposta e Efeitos na Sessão</dc:title>
  <dc:subject>PptxGenJS Presentation</dc:subject>
  <dc:creator>Dioclides</dc:creator>
  <cp:lastModifiedBy>Dioclides</cp:lastModifiedBy>
  <cp:revision>1</cp:revision>
  <dcterms:created xsi:type="dcterms:W3CDTF">2026-07-10T14:14:38Z</dcterms:created>
  <dcterms:modified xsi:type="dcterms:W3CDTF">2026-07-10T14:14:38Z</dcterms:modified>
</cp:coreProperties>
</file>