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2.1 · BLOCO 2 · AVALIAÇÃO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Semiologia e Entrevista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teste, a anamnese e o exame do estado mental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mental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Anamnese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clínica sistemática antes de qualquer hipótese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 do estado mental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domínios de observação direta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entrevista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Livre, semiestruturada e estruturada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clínico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de forma clara e replicável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que sustenta todo o resto do Bloco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teste diz a você o que testar — é a entrevista clínica bem conduzida que decide quais hipóteses valem a pena investigar formalmente.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este é o primeiro módulo do Bloco 2: toda a bateria de instrumentos que vem a seguir só funciona bem quando aplicada a partir de uma leitura clínica sólida da anamnese e do exame do estado mental.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domínios do exame do estado mental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e comportamento (higiene, psicomotricidade, contato visual)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Afeto e humor (congruência, amplitude, estabilidade)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(curso e conteúdo do discurso)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Sensopercepção (presença de alterações perceptivas)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e comportamento revelam informação valiosa antes mesmo do paciente falar — higiene, psicomotricidade e contato visual.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Afeto (observável) e humor (relatado) precisam ser avaliados quanto à congruência entre si e com o conteúdo do discurso.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curso do pensamento (organização) e o conteúdo (temas, delírios, obsessões) são frequentemente mais informativos que qualquer teste isolado.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anamnese ao psicodiagnóstico formal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 da anamnese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clínica sistemática: queixa, antecedentes, contexto de vida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 do estado mental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direta dos 4 domínios durante a própria entrevista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de hipóteses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entre história e observação gera hipóteses diagnósticas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Confirmação formal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específicos (Módulos 2.2 a 2.5) testam essas hipóteses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direto pro instrumento sem essa base geralmente leva a aplicar o teste errado, ou a interpretar mal um teste certo.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fontes de informação que se cruzam na entrevista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objetivos da anamnese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História, antecedentes, contexto de vida verificável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Observação direta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vê e nota durante a própria entrevista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 subjetivo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Queixa e percepção do próprio paciente sobre si mesmo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fontes raramente coincidem perfeitamente — as discrepâncias entre elas costumam ser, elas mesmas, informação clínica valiosa.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a observar sistematicamente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Aparência/higiene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pessoal, adequação ao contexto, sinais de negligência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Psicomotricidade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Agitação, lentificação, tensão muscular observável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 discurso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Organização, fuga de ideias, bloqueios, tangencialidade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Congruência afeto-conteúdo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afeto expresso combina com o que está sendo relatado?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cada tipo de entrevista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 livre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sessão, construção de rapport, exploração ampla inicial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Semiestruturada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entre roteiro guia e flexibilidade — a mais usada na prática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formais como SCID-5, quando precisão diagnóstica é prioridade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entrevista de referência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International Neuropsychiatric Interview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 rápida, ampla cobertura diagnóstica.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Clinical Interview for DSM-5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de entrevista estruturada, já usada nos módulos de personalidade.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próprio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+ exame do estado mental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mais usado no dia a dia clínico.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Conduzindo a entrevista: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coleta sistemática de dados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sistemática, sem pular áreas relevantes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Conduzir o exame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estado mental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ativa ao longo de toda a entrevista, não só ao final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replicável, que outro profissional consiga entender depois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exame do estado mental não é uma etapa separada no fim — é uma observação contínua que acontece durante toda a coleta da anamnese.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Estabelecer rapport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“Antes de entrarmos nos detalhes, me conta um pouco sobre o que te trouxe até aqui, do seu jeito.”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perguntas abertas, permitindo que o paciente narre livremente antes de estruturar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Coletar a anamnese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Cubra sistematicamente: queixa principal, história da doença atual, antecedentes pessoais e familiares, contexto psicossocial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 roteiro guia mental pra não esquecer áreas relevantes, sem tornar a entrevista mecânica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Conduzir o exame do estado mental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os 4 domínios continuamente, não apenas ao final da sessão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tanto o que é dito quanto como é dito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com clareza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observações objetivas, separadas de interpretações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registro permite que outro profissional entenda o caso sem precisar reentrevistar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 primeira sessão, um paciente relata estar "bem, sem problema nenhum", mas você observa higiene pessoal comprometida, discurso lentificado com pausas longas, contato visual reduzido, e um afeto visivelmente triste que não combina com o conteúdo verbal relatado.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discrepância entre as 3 fontes de informação está presente nessa vinheta?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domínios do exame do estado mental você registraria com mais detalhe nesse caso?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hipóteses diagnósticas iniciais essa observação sustentaria, antes mesmo de qualquer instrumento formal?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risco imediato identificados na entrevista: ativar avaliação de risco formal (Módulo 4.9)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sugestivos de comprometimento cognitivo: aprofundar com avaliação neuropsicológica (Módulos 2.3, 2.4)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Discrepância significativa entre relato e observação sugerindo quadro não reconhecido pelo paciente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possível causa médica subjacente: considerar encaminhamento médico antes de aprofundar psicologicamente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entrevista clínica decide quais hipóteses valem a pena investigar formalmente — nenhum teste substitui essa etapa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Aparência/comportamento, afeto/humor, pensamento e sensopercepção são os 4 domínios do exame do estado mental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Anamnese, observação direta e relato subjetivo raramente coincidem perfeitamente — as discrepâncias são informação clínica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módulo é a base direta que sustenta todos os instrumentos formais estudados no restante do Bloco 2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2.1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Semiologia e Entrevista — Módulo 2.1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Semiologia Psicopatológica e Entrevista Estruturada — A Base de Todo Psicodiagnóstico</dc:title>
  <dc:subject>PptxGenJS Presentation</dc:subject>
  <dc:creator>Dioclides</dc:creator>
  <cp:lastModifiedBy>Dioclides</cp:lastModifiedBy>
  <cp:revision>1</cp:revision>
  <dcterms:created xsi:type="dcterms:W3CDTF">2026-07-10T03:05:01Z</dcterms:created>
  <dcterms:modified xsi:type="dcterms:W3CDTF">2026-07-10T03:05:01Z</dcterms:modified>
</cp:coreProperties>
</file>