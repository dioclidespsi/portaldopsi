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3.5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Farmacologia de Adicções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Naltrexona, dissulfiram e terapias de reposição, na perspectiva do psicólogo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Naltrexona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Dissulfiram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conjunto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Naltrexona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receptores opioides, reduz o prazer do consumo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Dissulfiram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aversiva ao álcool, funciona como "seguro comportamental"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Terapias de reposição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abstinência sem o pico eufórico da substância original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indicar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que sugerem que o suporte farmacológico pode ajudar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conjunto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sobrepor papéis com a equipe médica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que existe suporte farmacológico pra reduzir craving muda a forma como você trabalha a motivação do paciente — não é só força de vontade, é também química que pode ser apoiada.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não ensina a prescrever — ensina o repertório mínimo pra reconhecer quando vale a pena sugerir avaliação médica complementar, e como manter o trabalho psicológico relevante durante esse suporte.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estratégias farmacológicas, um alvo comum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Naltrexona (bloqueia receptores opioides, reduz prazer do consumo)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Dissulfiram (bloqueia metabolização do álcool, gera reação aversiva)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 de reposição (reduz abstinência sem o pico eufórico)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dopaminérgico (o alvo comum, Módulo 4.5)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naltrexona bloqueia receptores opioides, reduzindo diretamente o prazer associado ao consumo de álcool ou opioides.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dissulfiram funciona de forma diferente: gera uma reação física desagradável se a pessoa consumir álcool, funcionando como uma barreira comportamental adicional.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Terapias de reposição substituem a substância original por uma versão de ação mais estável, sem o pico eufórico, reduzindo o ciclo de busca compulsiva.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suporte farmacológico à mudança sustentável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Craving intenso não modulado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que a intervenção psicológica isolada seja suficiente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farmacológico reduz intensidade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espaço pra que estratégias comportamentais tenham efeito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Intervenção psicológica ganha força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prevenção de recaída se torna mais viável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Consolidação mais sustentável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padrão com menor risco de recaída precoce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farmacológico não substitui o trabalho psicológico — ele reduz a intensidade do obstáculo biológico, tornando o trabalho comportamental mais eficaz.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categorias de suporte farmacológico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Bloqueadores de receptor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Naltrexona, reduz diretamente o prazer do consumo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Aversivos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Dissulfiram, gera reação desagradável ao consumo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Terapias de reposição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Buprenorfina/metadona, reduzem abstinência sem o pico eufórico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entre essas estratégias é sempre médica — o valor pro psicólogo está em saber que existem, e em reconhecer quando vale a pena sugerir avaliação.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que sugerem investigar suporte farmacológico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intenso recorrente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Relatado de forma consistente, mesmo com trabalho comportamental ativo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recaídas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Apesar de motivação genuína e aplicação consistente das estratégias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física estabelecida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claros de tolerância e desconforto na tentativa de reduzir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apesar de consequências graves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mesmo diante de perdas significativas relatadas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cada abordagem costuma ser considerada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Terapia psicológica isolada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leve, sem dependência física estabelecida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farmacológico indicado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moderada a grave, craving intenso, múltiplas recaídas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Emergência médica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abstinência grave, encaminhamento imediato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que orientam essa decisão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Disorders Identification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usado no Módulo 4.5, orienta gravidade do uso de álcool.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DAST-10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Abuse Screening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pra uso de outras substâncias.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 de craving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e frequência subjetiva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clínico direto que orienta a conversa sobre suporte farmacológico.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reconhecimento ao trabalho conjunto: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padrão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uso e craving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os instrumentos já conhecidos do Módulo 4.5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Psicoeducar sobre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existente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Informar, sem indicar, que existem opções farmacológicas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quando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apropriado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avaliação médica especializada em dependência química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trabalho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psicológico ativo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paralelo ao suporte farmacológico, não em substituição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farmacológico funciona melhor quando combinado com intervenção psicológica ativa — nenhuma das duas abordagens isoladamente costuma ser tão eficaz quanto as duas juntas.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padrão de uso e craving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AUDIT ou DAST-10 pra objetivar a gravidade do padrão de uso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diretamente sobre intensidade e frequência do craving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Psicoeducar sobre o suporte existente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“Existem opções médicas que podem ajudar a reduzir essa vontade intensa que você sente — isso é uma decisão pra conversar com um médico especialista.”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sem prometer resultado nem indicar qual opção específica seria adequada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Encaminhar quando apropriado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encaminhamento diante de craving intenso recorrente ou múltiplas recaídas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pra especialista em dependência química, não apenas psiquiatria geral, quando disponível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Manter o trabalho psicológico 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 protocolo do Módulo 4.5 em paralelo, sem interromper por causa do suporte farmacológico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redução de craving, quando presente, como janela de oportunidade pro trabalho comportamental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em terapia há 4 meses pelo Módulo 4.5 (Adicções) relata craving intenso e recorrente por álcool, mesmo aplicando consistentemente as estratégias comportamentais trabalhadas, e já teve 3 recaídas nesse período apesar da motivação genuína pra mudança.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dessa vinheta sugerem que suporte farmacológico complementar pode ser relevante?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apresentaria essa possibilidade ao paciente, sem indicar uma opção específica?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(e o que não muda) no seu trabalho psicológico se ele decidir buscar essa avaliação?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intenso recorrente apesar de intervenção psicológica consistente: sugerir avaliação médica complementar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recaídas apesar de motivação genuína e trabalho ativo: mesmo critério de encaminhamento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dependência física estabelecida: avaliação médica especializada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síndrome de abstinência: encaminhamento médico emergencial imediato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Naltrexona, dissulfiram e terapias de reposição atuam por mecanismos diferentes, mas convergem no sistema de recompensa dopaminérgico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Bloqueadores de receptor, aversivos e terapias de reposição são as 3 categorias centrais de suporte farmacológico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DAST-10 e relato de craving orientam quando essa conversa faz sentido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farmacológico e trabalho psicológico funcionam melhor juntos, não como alternativas isoladas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de Adicções — Módulo 3.5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Farmacologia de Adicções — Suporte Médico Sem Sobrepor Papéis</dc:title>
  <dc:subject>PptxGenJS Presentation</dc:subject>
  <dc:creator>Dioclides</dc:creator>
  <cp:lastModifiedBy>Dioclides</cp:lastModifiedBy>
  <cp:revision>1</cp:revision>
  <dcterms:created xsi:type="dcterms:W3CDTF">2026-07-10T14:28:44Z</dcterms:created>
  <dcterms:modified xsi:type="dcterms:W3CDTF">2026-07-10T14:28:44Z</dcterms:modified>
</cp:coreProperties>
</file>