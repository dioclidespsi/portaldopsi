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3.1 · BLOCO 3 · FARMACOLOGIA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Psicofarmacologia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termina a competência do psicólogo e começa a decisão médica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fronteira de competência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linha não é neutra nem óbvia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zonas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psicólogo, compartilhada, e exclusiva da medicina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na sessão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 psicólogo deveria saber reconhecer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técnica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Dialogar com a psiquiatria sem ultrapassar limites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que sustenta todo o restante do Bloco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entender psicofarmacologia não deixa o psicólogo neutro — deixa ele cego pra metade do que está acontecendo com o paciente que já está em tratamento medicamentoso.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não ensina a prescrever — ensina o repertório mínimo pra reconhecer o que o fármaco está mudando na sessão, e pra dialogar com a psiquiatria com precisão técnica.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competências na fronteira psicólogo-psiquiatra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efeito relevante pra sessão (ex: achatamento afetivo)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sintoma do transtorno de efeito da medicação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Comunicar-se tecnicamente com a psiquiatria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quando e como encaminhar com precisão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efeitos como achatamento afetivo ou ativação inicial evita interpretar erroneamente esses sinais como piora do quadro psicológico.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sintoma de efeito colateral é frequentemente a chave pra saber se o problema é terapêutico ou farmacológico.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técnica precisa, sem invadir o campo médico, fortalece a parceria entre os dois profissionais — e o cuidado do paciente.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desconhecimento ao dano evitável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Psicólogo sem repertório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reconhece sinais farmacológicos relevantes durante a sessão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Sinal não identificado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colateral ou resposta inadequada passa despercebido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 tardio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 de ajuste médico oportuno se perde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Sofrimento evitável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permanece em risco ou desconforto que poderia ter sido identificado antes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cadeia raramente é dramática — geralmente é silenciosa, um sinal sutil não nomeado que se acumula ao longo de semanas.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zonas de competência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do psicólogo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na sessão, adesão ao tratamento, psicoeducação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compartilhada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monitoramento conjunto com a psiquiatria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exclusiva da medicina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Prescrição, ajuste de dose, diagnóstico diferencial médico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central deste módulo: "não poder prescrever" é diferente de "não precisar entender" — a segunda frase é o erro mais comum na formação tradicional.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que todo psicólogo deveria reconhecer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inicial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paradoxal de ansiedade nas primeiras semanas de ISRS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Achatamento afetivo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amplitude emocional, frequentemente confundida com "melhora"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desmame abrupto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Descompensação súbita após interrupção sem orientação médica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 interação medicamentosa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padrão de sintomas após início de novo fármaco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posturas possíveis, uma só é adequada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Ignorar a medicação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informação clínica relevante presente na sessão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Dialogar tecnicamente (postura adequada)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Reconhece, documenta e comunica, sem opinar sobre dose ou fármaco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Ultrapassar a fronteira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ajuste de dose ou troca de medicação — sempre inadequado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fontes de informação confiável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Bula/manual técnico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farmacológica oficial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primária pra mecanismo, efeitos e interações conhecidas.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Contato direto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com o psiquiatra responsável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fonte mais precisa pro caso específico em curso.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Literatura científica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contínua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repertório técnico atualizado além do caso pontual.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observação à comunicação responsável: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relevantes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fala, no afeto, no padrão de sintomas ao longo do tempo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objetivamente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interpretar como se fosse uma avaliação médica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técnica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psiquiatra, de forma clara e não invasiva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sugerir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diretamente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paciente, mesmo que pareça uma sugestão óbvia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fio condutor de todo o Bloco 3 — cada módulo seguinte aprofunda uma classe farmacológica específica, sempre dentro dessa mesma fronteira de competência.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Reconhecer sinais relevantes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mudanças no padrão emocional que coincidem com início ou ajuste de medicação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ativamente sobre efeitos colaterais, não espere que o paciente mencione espontaneamente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objetivamente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“Vou registrar o que você está relatando, com suas palavras, pra podermos conversar com seu psiquiatra sobre isso.”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fatos observáveis, não conclusões diagnósticas médicas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 data de início do sintoma em relação ao início/ajuste da medicação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 com precisão técnica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linguagem objetiva e específica ao relatar ao psiquiatra, evitando generalizações vagas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 consentimento do paciente pra esse contato, exceto em situações de risco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sugerir ajuste diretamente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que o padrão pareça óbvio, a decisão de ajuste é sempre médica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a dúvida do paciente sobre medicação diretamente pro psiquiatra, sem opinar tecnicamente sobre ela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iniciou um antidepressivo há 10 dias e relata, nesta sessão, um aumento significativo da ansiedade e agitação, dizendo que "o remédio só piorou tudo" e que está pensando em parar de tomar por conta própria.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fenômeno farmacológico conhecido pode explicar esse padrão temporal específico?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documentaria esse relato de forma objetiva, sem fazer uma interpretação médica?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orientação você daria ao paciente sobre a ideia de parar a medicação por conta própria?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sugestivos de efeito colateral significativo: comunicar ao psiquiatra com urgência apropriada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considerando interromper medicação por conta própria: orientar contra desmame abrupto e comunicar o psiquiatra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comprometida por desinformação: psicoeducar dentro da zona de competência do psicólogo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associado a mudança recente de medicação: ativar avaliação de risco formal (Módulo 4.9)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poder prescrever" é diferente de "não precisar entender" — essa distinção organiza todo o Bloco 3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do psicólogo, zona compartilhada e zona exclusiva da medicina delimitam onde cada competência atua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sinais como ativação inicial e achatamento afetivo evita interpretações clínicas equivocadas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sempre comunicação técnica precisa, nunca opinião sobre dose ou substituição de fármaco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Psicofarmacologia — Módulo 3.1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Que o Psicólogo Precisa Entender Psicofarmacologia — A Fronteira Entre Clínica e Prescrição</dc:title>
  <dc:subject>PptxGenJS Presentation</dc:subject>
  <dc:creator>Dioclides</dc:creator>
  <cp:lastModifiedBy>Dioclides</cp:lastModifiedBy>
  <cp:revision>1</cp:revision>
  <dcterms:created xsi:type="dcterms:W3CDTF">2026-07-10T14:14:11Z</dcterms:created>
  <dcterms:modified xsi:type="dcterms:W3CDTF">2026-07-10T14:14:11Z</dcterms:modified>
</cp:coreProperties>
</file>