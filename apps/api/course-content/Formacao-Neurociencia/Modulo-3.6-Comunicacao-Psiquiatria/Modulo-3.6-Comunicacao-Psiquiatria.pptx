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3.6 · BLOCO 3 · FARMACOLOGIA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Diálogo com a Psiquiatria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como encaminhar, sem invadir o campo médico nem abrir mão do seu papel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 colaterais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encaminhar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gerais que sintetizam todo o Bloco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encaminhar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Escolhendo o canal certo pra cada situação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Diálogo sobre adesão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abordar sem julgamento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Diálogo sobre efeitos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sem interpretar como se fosse médico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fechamento do ciclo completo do Bloco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boa comunicação com a psiquiatria não acontece por acaso — ela depende de linguagem técnica precisa, limites claros, e saber exatamente o que comunicar e o que não é seu papel dizer.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fecha o Bloco 3 reunindo, numa única habilidade prática, tudo que os módulos anteriores construíram sobre reconhecer sinais farmacológicos relevantes.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uma comunicação técnica eficaz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Objetividade (fatos observáveis, não interpretações)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temporal (quando o sintoma começou em relação à medicação)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do paciente (sempre que possível, antes do contato)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compartilhada (termos que ambos os profissionais entendem)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Objetividade significa relatar o que foi observado e dito, sem incluir conclusões diagnósticas que são de competência médica.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temporal preciso — data de início do sintoma em relação ao início ou ajuste da medicação — é frequentemente o dado mais útil pro psiquiatra.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do paciente pro contato entre profissionais deve ser buscado sempre que a situação não for de risco imediato.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sinal na sessão à ação coordenada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relevante observado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Reconhecido com base no repertório construído ao longo do Bloco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objetiva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Fatos, datas e contexto, sem interpretação diagnóstica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estruturada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canal apropriado à urgência da situação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coordenada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psicólogo e psiquiatra, cada um dentro de sua competência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cadeia resume, na prática, o objetivo de todo o Bloco 3 — não pra prescrever, mas pra que essa coordenação aconteça de forma fluida e eficaz.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situações de comunicação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de rotina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periódica sobre evolução, sem urgência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de alerta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relevante identificado, não emergencial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de urgência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identificado, exige ação imediata e contato direto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canal de comunicação (carta, relatório, contato direto) deve corresponder à urgência real da situação — usar o canal errado é um erro técnico comum.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gerais de quando encaminhar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significativa de sintomas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coincide temporalmente com início ou ajuste de medicação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efeito colateral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Relatado pelo paciente, sem clareza se é esperado ou preocupante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risco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prioritários, independente de qualquer outro critério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comprometida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desinformação, efeitos colaterais ou crenças sobre a medicação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o canal certo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Contato direto e imediato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de risco ou urgência clínica clara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Paciente leva a dúvida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que o próprio paciente pode e deve discutir com o psiquiatra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e aguardar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rotina, sem urgência, pra próxima consulta já agendada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comunicação estruturada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de encaminhamento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formal e estruturada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situações que exigem registro claro e detalhado.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Contato direto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 ou mensagem urgente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 pra situações de risco ou urgência clínica.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periódico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rotina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evolução ao longo de um período, sem urgência.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observação à ação coordenada: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fato de interpretação antes de escrever ou falar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paciente, sempre que a situação permitir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certo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Urgência, alerta ou rotina, conforme a gravidade real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que foi comunicado e a resposta recebida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fio condutor final do Bloco 3 — reconhecer, documentar, comunicar e fechar o ciclo, sempre dentro dos limites da própria competência.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Preparar a comunicação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claramente o que foi observado/relatado do que seria uma conclusão diagnóstica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data de início do sintoma em relação à medicação, quando relevante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Obter consentimento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“Gostaria de compartilhar isso com seu psiquiatra pra alinharmos o cuidado — você concorda?”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consentimento explícito sempre que a situação não for de risco imediato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canal certo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ou urgência clínica: contato direto e imediato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rotina: relatório periódico ou carta estruturada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Fechar o ciclo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o que foi comunicado, quando, e qual foi a resposta ou orientação recebida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sustenta a continuidade do cuidado, mesmo entre diferentes profissionais ao longo do tempo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relata, numa sessão de rotina, que "tem sentido mais sono do que o normal" desde que o psiquiatra aumentou a dose de um medicamento há 2 semanas, mas diz que "não é nada grave" e não pretende mencionar isso na próxima consulta, que só ocorrerá em 6 semanas.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comunicação (rotina, alerta ou urgência) essa situação exige?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canal você escolheria pra essa comunicação específica?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abordaria a relutância do paciente em mencionar isso na consulta médica?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risco identificado: sempre contato direto e imediato, nunca apenas registro passivo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recorrente sobre limites de competência: buscar supervisão antes de agir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resistente a autorizar comunicação, mesmo diante de sinal relevante: reavaliar com cuidado, sem violar autonomia desnecessariamente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resposta do psiquiatra em situação de alerta: buscar canal alternativo ou orientar o paciente a buscar atendimento direto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Objetividade, contexto temporal, consentimento e linguagem compartilhada sustentam qualquer comunicação técnica eficaz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de rotina, de alerta e de urgência exigem canais diferentes — usar o canal errado é um erro técnico comum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claros de quando encaminhar sintetizam o que foi construído ao longo de todo o Bloco 3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módulo fecha o ciclo: reconhecer, documentar, comunicar e fechar — sempre dentro dos limites da própria competência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3.6 concluído — fim do Bloco 3 (Farmacologia)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a Psiquiatria — Módulo 3.6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Comunicação com a Psiquiatria — Fechando o Ciclo do Bloco 3</dc:title>
  <dc:subject>PptxGenJS Presentation</dc:subject>
  <dc:creator>Dioclides</dc:creator>
  <cp:lastModifiedBy>Dioclides</cp:lastModifiedBy>
  <cp:revision>1</cp:revision>
  <dcterms:created xsi:type="dcterms:W3CDTF">2026-07-10T14:41:30Z</dcterms:created>
  <dcterms:modified xsi:type="dcterms:W3CDTF">2026-07-10T14:41:30Z</dcterms:modified>
</cp:coreProperties>
</file>