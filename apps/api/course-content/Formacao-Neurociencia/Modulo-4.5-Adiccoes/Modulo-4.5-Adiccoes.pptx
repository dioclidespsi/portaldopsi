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4.5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Adicções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 e comportamental — da neurociência ao protocolo clínico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no sistema de recompensa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avisa que o uso virou dependência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DAST-10 e escalas comportamentais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Adicção não é falta de caráter. É um sistema de recompensa que aprendeu, com muita eficiência, a repetir o que libera dopamina.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vale tanto pra substância quanto pra comportamento — telas, jogos, compras. O circuito por trás é essencialmente o mesmo.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de recompensa na adicção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292608" cy="292608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accumbens ("quero mais")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tegmental ventral — VTA (origem da dopamina)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(controle de impulso enfraquecido)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(associa gatilhos emocionais ao uso)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VTA libera dopamina que o núcleo accumbens interpreta como "recompensa" — reforçando o comportamento.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repetido enfraquece o córtex pré-frontal, reduzindo a capacidade de conter o impulso.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liga emoções e contextos específicos ao uso — por isso certos lugares ou humores viram gatilho.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uso ao ciclo de dependência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/ comportamento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Substância ou ação dispara dopamina no accumbens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da via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aprende a repetir o que gera a recompensa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mais estímulo pra sentir o mesmo efeito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enfraquecido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perde força pra conter o impulso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ciclo explica por que "força de vontade" sozinha raramente é suficiente — o circuito já foi reprogramado.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pilares clássicos de dependência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Compulsão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apesar de consequências claras e conhecidas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doses ou intensidade crescente pro mesmo efeito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Abstinência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físicos ou psicológicos desconfortáveis ao parar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juntos formam o quadro clássico — mas cada um sozinho já merece atenção clínica.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avisa que o uso virou dependência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obsessivo sobre a substância/comportamento, racionalização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crescente, sintomas de abstinência ao reduzir o uso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apesar de consequências, tentativas fracassadas de reduzir/parar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Isolamento, mentiras sobre o uso, conflitos familiares recorrentes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recreativo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Controlado, social, sem prejuízo funcional identificável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nocivo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traz consequências reais, mas ainda sem dependência plena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tolerância, abstinência e perda de controle presentes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escalas, três focos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Use Disorders Identification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Rastreio de uso de álcool — 10 itens, indica faixa de risco.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DAST-10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Abuse Screening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Rastreio de uso de drogas (exceto álcool) — 10 itens, rápido.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EUPT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Uso Problemático de Telas/Jogos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adicção comportamental — tempo, perda de controle, prejuízo funcional.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mecanismo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sistema de recompensa, reforçar que não é falta de caráter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ambivalência, avaliar estágio de mudança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gatilhos e montar estratégias de enfrentamento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apoio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monitoramento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Envolvimento social e acompanhamento contínuo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mecanismo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“Seu cérebro aprendeu, com muita eficiência, a repetir o que libera dopamina. Isso não é falta de caráter — é um circuito que pode ser retreinado.”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vergonha que costuma travar o pedido de ajuda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terreno pra entrevista motivacional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 motivacional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Pergunte: "numa escala de 0 a 10, o quanto você quer mudar isso hoje?"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ambivalência sem julgamento — "o que o uso te dá, e o que ele te custa?"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Respeite o estágio de mudança do paciente, não empurre abstinência imediata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gatilhos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4663440" cy="201168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Gatilho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Estratégia de enfrentamento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Estresse no trabalho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de 5 min + respiração antes de decidir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 social específico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de saída combinado com antecedência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paciente tem gatilhos próprios — mapear é tão importante quanto a estratégia em si.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de apoio e monitoramento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Envolver família/rede de apoio quando o paciente autorizar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grupos de apoio como complemento à terapia individual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— recaída faz parte do processo, não é fracasso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Rodrigo, 38 anos, procura terapia após a esposa ameaçar se separar por causa do consumo de álcool. Bebe diariamente há 3 anos, já tentou parar sozinho "várias vezes" sem sucesso, e diz que precisa de cada vez mais doses pra "sentir o efeito de antes". Nega qualquer sintoma físico grave ao tentar parar. AUDIT = 22.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pilares de dependência aparecem na vinheta?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o AUDIT = 22.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estágio de mudança Rodrigo provavelmente está, dado que já tentou parar sozinho várias vezes?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Síndrome de abstinência grave, com risco de complicação médica (ex: convulsão em abstinência de álcool)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desintoxicação médica supervisionada antes de qualquer cessação abrupta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psiquiátrica grave associada ao uso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vida — overdose, uso combinado de substâncias de alto risco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Adicção é sistema de recompensa reprogramado — não é falta de caráter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Compulsão, tolerância e abstinência são os 3 pilares clássicos de dependência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DAST-10 e escalas comportamentais cobrem os principais contextos de uso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vai de psicoeducação a rede de apoio e monitoramento contínuo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4.5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Adicções — Módulo 4.5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Adicções — Da Neurociência ao Protocolo Clínico</dc:title>
  <dc:subject>PptxGenJS Presentation</dc:subject>
  <dc:creator>Dioclides</dc:creator>
  <cp:lastModifiedBy>Dioclides</cp:lastModifiedBy>
  <cp:revision>1</cp:revision>
  <dcterms:created xsi:type="dcterms:W3CDTF">2026-07-09T23:58:28Z</dcterms:created>
  <dcterms:modified xsi:type="dcterms:W3CDTF">2026-07-09T23:58:28Z</dcterms:modified>
</cp:coreProperties>
</file>