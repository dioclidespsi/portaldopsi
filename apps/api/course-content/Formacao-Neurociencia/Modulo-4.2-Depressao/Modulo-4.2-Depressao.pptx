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neurociência ao protocolo clínico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no cérebro na depressão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mente avisa antes do quadro se instalar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BDI-II, PHQ-9 e HAM-D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não é falta de esforço. É um cérebro com menos combustível pra sentir prazer e menos plasticidade pra mudar.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frase — não "você precisa se esforçar mais" — que costuma reduzir a culpa que alimenta o próprio quadro. O paciente para de se cobrar por um sintoma biológico.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cérebro na depressão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818181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76042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8454" y="3944722"/>
            <a:ext cx="310896" cy="310896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9152" y="4347058"/>
            <a:ext cx="310896" cy="310896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(hipoativo)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(volume reduzido)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(hiper-reativa ao negativo)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recompensa libera menos dopamina — a base biológica da anedonia (perda de prazer).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hipoativo explica a lentidão de raciocínio e a dificuldade de decidir.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cronicamente exposto a cortisol perde volume — impacta memória e regulação emocional.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estresse crônico ao sintoma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Estresse crônico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prolongada a cortisol elevado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Inflamação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Citocinas inflamatórias afetam circuitos de humor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 de BDNF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neurotrófico essencial pra plasticidade cai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neuroplasticidade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e córtex pré-frontal perdem capacidade de mudança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Antidepressivos e psicoterapia atuam em pontos diferentes dessa mesma cadeia — por isso a combinação costuma superar cada um isolado.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padrões de apresentação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Anedonia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prazer e interesse em atividades antes gratificantes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Retardo psicomotor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Lentidão de pensamento, fala e movimento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Ruminação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repetitivo e autocrítico, difícil de interromper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pode apresentar um padrão dominante ou os três combinados — isso muda a ênfase do protocolo.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mente avisa antes do quadro se instalar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concentração, indecisão, culpa excessiva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persistente, alteração de sono e apetite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social, queda de produtividade, adiamento de tarefas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Afastamento afetivo, irritabilidade, dificuldade de pedir ajuda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unipolar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 de ≥ 2 semanas, comprometimento funcional claro, múltiplos sintomas simultâneos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Distimia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crônicos e mais leves, persistentes por ≥ 2 anos — "baixo grade" constante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Luto complicado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claro (perda), saudade intensa e persistente além do esperado culturalmente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escalas,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BDI-II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 Depression Inventory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itens de autorrelato. Bom pra acompanhar evolução sessão a sessão.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PHQ-9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Questionnaire-9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rápido de 9 itens. Ideal pra primeira sessão e monitorar resposta ao tratamento.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HAM-D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Depression Rating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pelo clínico. Padrão em acompanhamento conjunto com psiquiatria.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queda de dopamina/BDNF com o paciente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atividades prazerosas, começando pequeno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pensamento tudo-ou-nada e autocrítica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recaída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sinais de alerta e ação antecipada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você sente não é preguiça — é um cérebro produzindo menos dopamina e menos plasticidade por causa do estresse acumulado. Isso muda com o tratamento certo.”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circuito reduz a culpa e a autocrítica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sem minimizar ("faz sentido", não "é frescura")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o terreno pra ativação comportamental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Ativação comportamental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de 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Caminhada de 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pra 1 amigo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Retomar um hobby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9224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mais baixo — o objetivo é sucesso garantido, não grande mudança.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Reestruturação cognitiva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Reavaliação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"Sou um fracasso"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"Estou passando por um episódio, não sou definido por ele"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"Nunca vou melhorar"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maioria dos episódios responde a tratamento"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 de recaída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os sinais de alerta pessoais do paciente (aula 4)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 plano de ação escrito pra quando esses sinais aparecerem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revisão do plano a cada poucas semanas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Carlos, 52 anos, procura terapia após ser demitido há 4 meses. Relata perda de interesse em tudo, dorme 10h por dia mas acorda cansado, ganhou 8kg, se sente "um fracasso". PHQ-9 = 19. Nega pensamentos de morte.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unipolar, distimia ou luto complicado? O que na vinheta sustenta essa leitura?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o PHQ-9 = 19 — o que essa pontuação indica sobre a gravidade?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Sugira 2 atividades de ativação comportamental adequadas pro nível de energia atual de Carlos.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 suicida ativa ou plano estruturado — avaliação de risco imediata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psicóticos (delírios, alucinações) junto ao quadro depressivo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resistente após 8–12 semanas de protocolo bem conduzido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sugestivo de episódios de humor elevado — investigar espectro bipolar antes de tratar como unipolar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é queda de dopamina, BDNF e neuroplasticidade — não falta de esforço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BDI-II, PHQ-9 e HAM-D servem a momentos diferentes do acompanhamento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vai de psicoeducação a prevenção de recaída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claros de quando o caso pede encaminhamento — especialmente risco de suicídio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— Módulo 4.2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Depressão — Da Neurociência ao Protocolo Clínico</dc:title>
  <dc:subject>PptxGenJS Presentation</dc:subject>
  <dc:creator>Dioclides</dc:creator>
  <cp:lastModifiedBy>Dioclides</cp:lastModifiedBy>
  <cp:revision>1</cp:revision>
  <dcterms:created xsi:type="dcterms:W3CDTF">2026-07-09T23:35:40Z</dcterms:created>
  <dcterms:modified xsi:type="dcterms:W3CDTF">2026-07-09T23:35:40Z</dcterms:modified>
</cp:coreProperties>
</file>