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1.4 · BLOCO 1 · 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Neuroplasticidade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biológica de por que a terapia funciona — e como isso aumenta adesão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Plasticidade sináptica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repetição fortalece novos caminhos neurais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Neurogênese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formação de novos neurônios ao longo da vida adulta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Fatores moduladores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acelera e o que trava a plasticidade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clínica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deliberada entre sessões, não só insight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Adesão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essa psicoeducação aumenta o compromisso com o tratamento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Terapia não é uma conversa que muda a forma como você pensa — é uma prática repetida que muda, literalmente, a estrutura física das conexões no seu cérebro.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reformulação, quando bem explicada ao paciente, costuma aumentar significativamente a adesão às tarefas entre sessões — porque deixa de parecer "dever de casa" e passa a ser entendido como parte central do próprio mecanismo de mudança.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fisicamente com a prática repetida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Sinapses (fortalecimento por potenciação de longo prazo — LTP)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 (fator neurotrófico que sustenta crescimento de novas conexões)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(um dos poucos locais de neurogênese na vida adulta)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 não utilizadas (enfraquecidas por poda sináptica adaptativa)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potenciação de longo prazo (LTP) fortalece sinapses usadas repetidamente — a base biológica de "praticar até ficar automático".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BDNF (fator neurotrófico derivado do cérebro) sustenta o crescimento físico de novas conexões — reduzido por estresse crônico, aumentado por exercício e sono adequado.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hipocampo é uma das raras regiões com neurogênese comprovada na vida adulta — diretamente sensível a fatores de estilo de vida.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prática repetida à mudança consolidada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 repetida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padrão de pensamento ou comportamento praticado de forma consistente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Fortalecimento sináptico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 e BDNF sustentam o crescimento físico das conexões envolvidas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via mais eficiente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novo compete com o antigo, tornando-se cada vez mais automático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consolidado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se torna menos dependente de esforço consciente contínuo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"Neurônios que disparam juntos, se conectam juntos" — o princípio de Hebb resume, numa frase, por que repetição consistente é mais eficaz que um único insight profundo.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centrais da neuroplasticidade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Plasticidade sináptica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de conexões usadas repetidamente (LTP)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Neurogênese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novos neurônios, especialmente no hipocampo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 sináptica adaptativa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Enfraquecimento de vias não utilizadas — "use ou perca"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elementos trabalham juntos: fortalecer o novo padrão e, ao mesmo tempo, deixar de praticar o antigo, acelera a consolidação da mudança.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acelera e o que trava a plasticidade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adequado, exercício físico regular, atenção focada durante a prática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 e desafio moderado — nem fácil demais, nem impossível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 crônico e cortisol elevado, reduzindo BDNF (conecta ao Módulo 1.2)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inconsistente ou sem repetição suficiente pra consolidar o novo caminho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Expectativas realistas sobre o ritmo da mudança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isolado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cognitiva sem prática repetida raramente consolida mudança estrutural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consistente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regular, mesmo que pequena, sustenta a plasticidade de forma mais confiável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 sob estresse crônico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 a ser mais lenta — cortisol elevado reduz a plasticidade disponível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Marcadores indiretos de progresso terapêutico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seriadas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Reaplicação de BDI-II, GAD-7 etc ao longo do tempo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evolução sintomática indireta da mudança estrutural — Módulo 2.5.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Diário de prática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exercícios/tarefas entre sessões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direto de repetição, o fator mais associado à consolidação.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Observação clínica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Automaticidade crescente do novo padrão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qualitativo de que a via nova está ficando mais eficiente.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neuroplasticidade à adesão ao tratamento: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que prática entre sessões é parte do tratamento, não extra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deliberada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específicas e repetíveis, não apenas "pensar sobre isso"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de 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Sono, estresse e rotina, que sustentam ou travam a plasticidade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incremental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mudanças são evidência real de reorganização estrutural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Reformular "dever de casa" como "a parte que efetivamente reorganiza seu cérebro" costuma ser, sozinho, um dos maiores aumentos de adesão que a psicoeducação consegue gerar.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Psicoeducar sobre 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“Terapia não é só uma conversa que muda como você pensa — é uma prática repetida que muda, literalmente, as conexões no seu cérebro.”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metáfora de "criar uma trilha nova" que precisa ser percorrida repetidamente até virar caminho natural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Prescrever prática deliberada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tarefas específicas, mensuráveis e repetíveis entre sessões, não apenas reflexão geral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 — consistência importa mais que intensidade pra consolidação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Otimizar fatores de 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sono e estresse crônico como possíveis fatores limitantes da plasticidade disponível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protocolos complementares (Módulo 4.3 Burnout, Módulo 4.23 Insônia) quando relevante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Celebrar progresso incremental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explicitamente pequenas mudanças como evidência de reorganização neural real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reforça a crença de autoeficácia, que por sua vez sustenta mais prática consistente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relata frustração porque, após 3 sessões de terapia, "ainda reage do mesmo jeito automático" nas situações que o incomodam, e questiona se a terapia está funcionando. Ele entende racionalmente o que precisa mudar, mas diz que "na hora, é como se o corpo agisse sozinho".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explicaria, com base na neuroplasticidade, por que 3 sessões geralmente não são suficientes pra consolidar mudança de padrão automático?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fatores de base você investigaria que poderiam estar travando a plasticidade desse paciente?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reformularia a queixa dele em termos de progresso incremental esperado?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 crônico não endereçado limitando a plasticidade disponível: considerar Módulo 4.3 (Burnout)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Insônia ou sono cronicamente inadequado, fator direto de redução de BDNF: considerar Módulo 4.23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substâncias impactando neurogênese/plasticidade: considerar Módulo 4.5 (Adicções)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completa de progresso mesmo com prática consistente e fatores de base otimizados: reavaliar diagnóstico e protocolo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LTP, BDNF e neurogênese explicam por que a prática repetida muda fisicamente as conexões neurais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Plasticidade sináptica, neurogênese e poda adaptativa são os 3 elementos centrais do mecanismo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Sono, exercício e baixo estresse favorecem a plasticidade; estresse crônico e prática inconsistente a travam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Psicoeducar sobre esse mecanismo é uma das formas mais diretas de aumentar adesão à prática entre sessões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1.4 concluído — fim do Bloco 1 (Fundamentos)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— Módulo 1.4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Neuroplasticidade e Mudança Terapêutica — Por que a Terapia Funciona</dc:title>
  <dc:subject>PptxGenJS Presentation</dc:subject>
  <dc:creator>Dioclides</dc:creator>
  <cp:lastModifiedBy>Dioclides</cp:lastModifiedBy>
  <cp:revision>1</cp:revision>
  <dcterms:created xsi:type="dcterms:W3CDTF">2026-07-10T02:57:35Z</dcterms:created>
  <dcterms:modified xsi:type="dcterms:W3CDTF">2026-07-10T02:57:35Z</dcterms:modified>
</cp:coreProperties>
</file>