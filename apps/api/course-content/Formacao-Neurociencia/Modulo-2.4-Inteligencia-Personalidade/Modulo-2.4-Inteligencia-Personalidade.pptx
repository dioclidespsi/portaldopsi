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2.4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e Personalidade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WAIS-IV, WISC-V, Raven e MMPI-2 no processo terapêutico, sem reducionismo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WAIS/WISC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MMPI-2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clínico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Devolutiva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WAIS-IV / WISC-V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inteligência em adultos e crianças/adolescentes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não-verbal, menos influenciada por escolaridade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MMPI-2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ampla de personalidade e psicopatologia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clínico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esses testes entram no processo terapêutico, não só pericial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Devolutiva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comunicar resultado sem reducionismo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número de QI não define o potencial de alguém, e um perfil de personalidade não é um rótulo permanente — o valor clínico real está no perfil de forças e fraquezas, não num escore isolado.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instrumentos são frequentemente vistos apenas como ferramentas de laudo pericial — mas, bem utilizados, também orientam diretamente o plano terapêutico.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índices que compõem o WAIS-IV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verbal (raciocínio com conceitos verbais)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perceptual (raciocínio visual e espacial)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trabalho (manter e manipular informação temporariamente)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processamento (rapidez de tarefas simples)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QI Total é uma média — dois perfis muito diferentes de índices podem gerar o mesmo QI Total, escondendo informação clínica relevante.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perfil com grande discrepância entre índices costuma ser mais informativo clinicamente do que o QI Total isoladamente.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de trabalho e a velocidade de processamento são frequentemente os índices mais sensíveis a quadros como TDAH e ansiedade.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QI Total ao perfil clinicamente útil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 Total isolado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número, que esconde variação relevante entre habilidades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índices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Revelam o perfil real de forças e fraquezas cognitivas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de discrepância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significativas entre índices orientam hipóteses específicas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terapêutica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orienta estratégias de intervenção, não apenas classificação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um laudo de QI que só reporta o número total, sem detalhar os índices, tem valor clínico limitado.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finalidades desses instrumentos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cognitivo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WAIS-IV (adultos) e WISC-V (crianças/adolescentes)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rápida não-verbal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Raven, menos influenciado por escolaridade e cultura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amplo de personalidade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MMPI-2, cobrindo traços e indicadores de psicopatologia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instrumentos raramente são usados isoladamente — o cruzamento entre eles costuma gerar a leitura clínica mais robusta.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indicar avaliação de inteligência e personalidade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inexplicadas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acadêmico ou profissional sem causa aparente óbvia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deficiência intelectual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avaliação formal é necessária pra confirmação diagnóstica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personalidade amplo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diagnóstico categorial sozinho não captura toda a complexidade do caso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pericial/forense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laudo formal é exigido por processo legal ou administrativo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cada instrumento de inteligência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WAIS-IV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Adultos, avaliação completa de perfil cognitivo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WISC-V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adolescentes, mesma lógica de índices adaptada à faixa etária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rápida, útil quando escolaridade/cultura podem enviesar outros testes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instrumentos deste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WAIS-IV / WISC-V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Wechsler de inteligência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em 4 índices, adultos e crianças/adolescentes.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Progressivas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não-verbal rápida, menos influenciada por escolaridade.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MMPI-2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Minnesota Multiphasic Personality Inventory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amplo de personalidade e indicadores de psicopatologia.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teste à devolutiva responsável: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claro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aplicar "de rotina", sempre com uma pergunta clínica específica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certo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 idade, objetivo e contexto (clínico ou pericial)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completo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reduzir a leitura a um único escore isolado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o resultado de forma acessível, sem rótulos definitivos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devolutiva mal feita é onde mais se perde o valor terapêutico desses instrumentos — um número comunicado sem contexto pode gerar dano, não benefício.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Indicar com propósito claro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antes de aplicar: que pergunta clínica esse teste vai ajudar a responder?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aplicar bateria extensa "por precaução", sem hipótese que justifique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o instrumento certo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“Vamos usar um instrumento que ajuda a entender melhor seu perfil de habilidades — não é uma prova de certo ou errado.”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WAIS-IV pra adultos, WISC-V pra crianças/adolescentes, Raven quando escolaridade pode enviesar outros testes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o perfil completo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os 4 índices do WAIS-IV/WISC-V, não apenas o QI Total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MMPI-2, considere o perfil de escalas em conjunto, não escalas isoladas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Devolver com cuidado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linguagem que soe como rótulo definitivo ("você tem QI baixo")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Foque a devolutiva em forças, desafios específicos e implicações práticas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adolescente é encaminhado pela escola por "baixo rendimento", com um QI Total previamente registrado como "médio" em uma avaliação anterior que só reportou o número total, sem detalhar os índices.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QI Total isolado, sem os índices, pode ter escondido informação clínica relevante nesse caso?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instrumento você aplicaria, considerando a idade do paciente?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conduziria a devolutiva pra esse adolescente e sua família, evitando reducionismo?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sugestivo de deficiência intelectual: considerar avaliação médica/genética complementar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MMPI-2 sugerindo psicopatologia significativa: considerar avaliação psiquiátrica complementar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Discrepância importante entre índices sugerindo TDAH: considerar aprofundar com Módulo 4.22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pericial/forense: seguir protocolos formais específicos além do uso clínico deste módulo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clínico está no perfil de forças e fraquezas, não num escore isolado de QI ou personalidade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WAIS-IV, WISC-V, Raven e MMPI-2 cobrem inteligência adulta, infantil, triagem não-verbal e personalidade ampla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instrumentos vão além do contexto pericial — orientam diretamente o plano terapêutico quando bem indicados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devolutiva cuidadosa, sem rótulos definitivos, é onde mais se realiza (ou se perde) o valor clínico desses testes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Personalidade — Módulo 2.4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de Inteligência e Personalidade — Além do Laudo Pericial</dc:title>
  <dc:subject>PptxGenJS Presentation</dc:subject>
  <dc:creator>Dioclides</dc:creator>
  <cp:lastModifiedBy>Dioclides</cp:lastModifiedBy>
  <cp:revision>1</cp:revision>
  <dcterms:created xsi:type="dcterms:W3CDTF">2026-07-10T03:12:41Z</dcterms:created>
  <dcterms:modified xsi:type="dcterms:W3CDTF">2026-07-10T03:12:41Z</dcterms:modified>
</cp:coreProperties>
</file>