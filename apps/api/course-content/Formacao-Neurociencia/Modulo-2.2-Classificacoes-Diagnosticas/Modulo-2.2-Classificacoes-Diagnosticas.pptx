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2.2 · BLOCO 2 · AVALIAÇÃO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Classificações Diagnósticas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e CID-11 na prática, sem perder a pessoa por trás do código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CID-11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DSM-5-TR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categorial mais usado na prática clínica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CID-11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oficial de saúde no Brasil e no mundo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e especificadores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diagnóstico formal é construído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Armadilhas comuns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diagnóstico diferencial mais erra na prática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precisa sem reducionismo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Diagnósticas — Módulo 2.2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sistema classificatório não descreve a verdade sobre o sofrimento de alguém — é uma ferramenta de comunicação precisa entre profissionais, construída por consenso, revisada a cada nova edição.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essa diferença evita dois erros opostos: tratar o diagnóstico como rótulo definitivo, ou descartá-lo como irrelevante. Ele é útil justamente quando usado com essa consciência dos seus limites.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Diagnósticas — Módulo 2.2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4 elementos que compõem um critério diagnóstico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nucleares (o conjunto mínimo de sinais exigido)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mínima (por quanto tempo os sintomas precisam persistir)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Prejuízo funcional (impacto significativo em áreas da vida)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de outras causas (descartar explicações alternativas)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nucleares definem o quadro clínico central, geralmente exigindo um número mínimo presente simultaneamente.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duração mínima evita que reações transitórias e esperadas sejam patologizadas precocemente.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Prejuízo funcional e exclusão de outras causas são os elementos mais frequentemente negligenciados na prática apressada.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Diagnósticas — Módulo 2.2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sintoma isolado ao diagnóstico formal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Sintoma relatado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queixa isolada, ainda sem valor diagnóstico por si só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quantitativo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do número mínimo de sintomas presentes simultaneamente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temporal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de que a duração mínima exigida foi cumprida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com especificadores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formal, detalhada por gravidade, curso ou subtipo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Pular etapas dessa cadeia — como diagnosticar com base num único sintoma marcante — é a origem da maioria dos erros de diagnóstico diferencial na prática.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Diagnósticas — Módulo 2.2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sistemas de classificação em uso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DSM-5-TR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categorial mais detalhado, amplamente usado na prática clínica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CID-11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oficial da OMS, obrigatório pra faturamento no sistema de saúde brasileiro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Abordagem dimensional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Traços em espectro (PID-5), já usada nos módulos de personalidade do curso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 brasileira, é comum usar o DSM-5-TR pro raciocínio clínico detalhado e o CID-11 pro registro formal e faturamento.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Diagnósticas — Módulo 2.2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Armadilhas mais comuns do diagnóstico diferencial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transdiagnósticos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Insônia, fadiga e irritabilidade aparecem em quase todos os quadros — não são específicos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halo do primeiro diagnóstico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hipótese tende a enviesar a busca por sintomas confirmatórios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real ignorada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encaixar tudo num único diagnóstico quando dois coexistem genuinamente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de nomenclatura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quadro pode ter nomes e códigos diferentes entre DSM e CID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Diagnósticas — Módulo 2.2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DSM-5-TR versus CID-11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DSM-5-TR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clínico detalhado, especificadores ricos, mais comum em formação e pesquisa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CID-11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 pra faturamento SUS/planos de saúde e registro oficial no Brasil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combinado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mais comum: pensar com DSM-5-TR, registrar oficialmente com CID-11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Diagnósticas — Módulo 2.2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 que operacionalizam cada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SCID-5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Clinical Interview for DSM-5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usada nos módulos de personalidade — padrão-ouro pro DSM.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International Diagnostic Interview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estruturada alinhada à CID, usada em estudos epidemiológicos.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Julgamento clínico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Anamnese + exame do estado mental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indispensável antes de qualquer código formal — Módulo 2.1.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Diagnósticas — Módulo 2.2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Chegando ao diagnóstico formal: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nucleares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conjunto mínimo de sinais presentes simultaneamente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e prejuízo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os critérios temporais e funcionais foram cumpridos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especificadores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Gravidade, curso, subtipo — detalhes que orientam o tratamento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correto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formal, alinhado ao sistema exigido pelo contexto de trabalho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diagnóstico bem construído não é apenas um código — é uma síntese que orienta diretamente a escolha do protocolo clínico mais adequado (Bloco 4).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Diagnósticas — Módulo 2.2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sintomas nucleares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sistematicamente os sintomas relatados e observados, sem se prender à primeira hipótese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os critérios formais antes de fechar qualquer conclusão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duração e prejuízo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“Há quanto tempo isso vem acontecendo, e como isso tem afetado seu dia a dia — trabalho, relações, autocuidado?”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ativamente a duração mínima exigida, não presuma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Investigue prejuízo funcional em múltiplas áreas, não apenas na queixa principal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Diagnósticas — Módulo 2.2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Checar especificadores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Gravidade (leve/moderada/grave), curso (episódio único/recorrente) e subtipos mudam a leitura clínica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Especificadores frequentemente orientam qual variação do protocolo do Bloco 4 aplicar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 com o código correto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DSM-5-TR pro raciocínio clínico detalhado, CID-11 pro registro oficial quando exigido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 de forma clara o suficiente pra outro profissional entender a base do diagnóstico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Diagnósticas — Módulo 2.2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paciente apresenta sintomas de humor deprimido, insônia e fadiga há 3 semanas, após o início de um novo tratamento para hipotireoidismo mal ajustado. Um colega já sugeriu "fechar" o diagnóstico de Depressão Maior antes mesmo de investigar a causa hormonal.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 dos 4 componentes de um critério diagnóstico está sendo negligenciado nessa situação?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sintomas como insônia e fadiga são descritos como "transdiagnósticos", e por que isso importa aqui?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passo do protocolo estudado evitaria o erro que o colega está prestes a cometer?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Diagnósticas — Módulo 2.2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Suspeita de causa médica não descartada antes de fechar diagnóstico psiquiátrico/psicológico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que não se encaixa claramente em nenhuma categoria: considerar avaliação dimensional complementar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Sobreposição significativa entre 2 ou mais quadros, sugerindo comorbidade real, não erro de escolha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persistente sobre qual sistema (DSM ou CID) usar no contexto de trabalho específico: consultar normas institucionais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Diagnósticas — Módulo 2.2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classificatórios são ferramentas de comunicação por consenso, não verdades absolutas sobre o sofrimento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nucleares, duração mínima, prejuízo funcional e exclusão de causas compõem qualquer critério diagnóstico sólido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e CID-11 coexistem na prática brasileira, cada um com seu papel específico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transdiagnósticos, efeito halo e comorbidade real ignorada são as armadilhas mais comuns do diagnóstico diferencial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2.2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Diagnósticas — Módulo 2.2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Classificações Diagnósticas na Prática — DSM-5-TR e CID-11 como Ferramentas de Comunicação</dc:title>
  <dc:subject>PptxGenJS Presentation</dc:subject>
  <dc:creator>Dioclides</dc:creator>
  <cp:lastModifiedBy>Dioclides</cp:lastModifiedBy>
  <cp:revision>1</cp:revision>
  <dcterms:created xsi:type="dcterms:W3CDTF">2026-07-10T03:09:35Z</dcterms:created>
  <dcterms:modified xsi:type="dcterms:W3CDTF">2026-07-10T03:09:35Z</dcterms:modified>
</cp:coreProperties>
</file>