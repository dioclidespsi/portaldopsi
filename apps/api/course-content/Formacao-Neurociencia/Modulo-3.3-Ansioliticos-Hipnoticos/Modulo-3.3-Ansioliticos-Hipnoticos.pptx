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3.3 · BLOCO 3 · FARMACOLOGIA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Ansiolíticos e Hipnóticos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Benzodiazepínicos e buspirona: velocidade de alívio e risco de dependência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Benzodiazepínicos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Buspirona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crônico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Benzodiazepínicos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rápida, alto potencial de dependência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Buspirona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mais lenta, perfil de dependência bem menor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e dependência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uso prolongado muda a resposta ao fármaco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crônico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 num paciente em uso prolongado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Desmame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sempre processo médico, nunca decisão isolada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motivo que faz o benzodiazepínico funcionar tão rápido é o motivo pelo qual ele pode virar dependência — velocidade de alívio e potencial de dependência caminham juntos nessa classe.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esse paradoxo ajuda o psicólogo a reconhecer, sem julgamento, quando um uso legítimo de curto prazo está deslizando pra um padrão de risco.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cérebro com o uso de benzodiazepínicos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Potencialização do GABA (alívio rápido da ansiedade)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(receptores se adaptam, exigindo doses maiores)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física (o corpo passa a exigir a substância)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Rebote de ansiedade (retirada abrupta gera efeito oposto ao esperado)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potencialização do GABA, principal neurotransmissor inibitório (Módulo 1.2), explica o alívio rápido e eficaz de sintomas agudos de ansiedade.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uso prolongado, os receptores GABA se adaptam, exigindo doses cada vez maiores pro mesmo efeito — a base da tolerância.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interrupção abrupta após uso prolongado pode gerar rebote de ansiedade, às vezes pior que o sintoma original — por isso o desmame precisa ser sempre gradual e médico.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alívio imediato à dependência estabelecida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inicial apropriado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Alívio rápido e eficaz de ansiedade aguda ou crise específica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progressiva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dose passa a gerar efeito cada vez menor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continuado além do indicado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recomendado ultrapassado sem reavaliação médica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consolidada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e psicológica, com sintomas de abstinência ao reduzir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deslizamento costuma ser gradual e silencioso — raramente há um único momento em que o uso apropriado "vira" dependência de forma óbvia.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categorias principais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Benzodiazepínicos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rápida, alto potencial de dependência com uso prolongado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Buspirona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mais lenta, perfil de dependência muito menor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Hipnóticos não-benzodiazepínicos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Voltados especificamente pro manejo do sono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buspirona costuma ser preferida pra tratamento de ansiedade de longo prazo, justamente por não carregar o mesmo risco de dependência dos benzodiazepínicos.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uso crônico problemático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crescentes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mais medicação pro mesmo efeito (tolerância)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rebote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Piora entre uma dose e outra, mesmo em uso regular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expandido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a ser usado pra situações cada vez mais amplas, não só a original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reduzir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de diminuir a dose geram desconforto significativo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apropriado versus uso de risco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agudo apropriado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específica, tempo limitado, com reavaliação programada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crônico de risco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e prolongado, sem revisão médica recente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estabelecida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 abstinência presentes ao tentar reduzir a dose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práticas de acompanhamento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Diário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frequência e dose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identificar padrão de aumento gradual ao longo do tempo.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 estruturada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padrão de uso atual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ativamente, sem julgamento, o contexto do uso.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com o psiquiatra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tempo total de uso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relevante se o uso já ultrapassou várias semanas.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reconhecimento ao apoio no desmame: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 uso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Agudo apropriado ou crônico prolongado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sinais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tolerância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crescentes, ansiedade rebote, uso expandido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aconselhar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desmame sozinho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Interrupção abrupta pode ser perigosa — sempre processo médico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psicologicamente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desmame já estiver em curso, sob orientação médica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 psicólogo aqui é de parceria — reconhecer o padrão, comunicar, e sustentar emocionalmente o processo, nunca conduzir a retirada sozinho.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o padrão de uso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diretamente há quanto tempo e com que frequência o paciente usa a medicação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uso pontual em crise específica de uso diário prolongado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sinais de tolerância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“Percebo que você tem falado em precisar de mais comprimido pro mesmo efeito — isso é importante conversarmos com seu psiquiatra.”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o padrão sem julgamento, como informação clínica relevante, não como falha pessoal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aconselhar desmame sozinho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que interrupção abrupta pode ser perigosa, inclusive com risco de convulsão em uso prolongado de doses altas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direcione decisões sobre redução ou suspensão ao psiquiatra responsável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Apoiar psicologicamente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desmame já estiver em curso, ofereça suporte pra tolerar o desconforto transitório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estratégias de regulação emocional que não dependam da medicação (conecta ao Módulo 4.1)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relata que usa um benzodiazepínico diariamente há mais de 2 anos, prescrito inicialmente pra uma crise pontual, e que "sem ele, não consegue nem sair de casa". Relata que já tentou reduzir sozinho uma vez e "passou muito mal", por isso nunca mais tentou.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padrão de uso essa vinheta descreve, considerando o tempo e a frequência relatados?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tentativa anterior de reduzir sozinho é um dado clínico importante a considerar?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abordaria esse tema com o paciente, sem julgamento e sem sugerir desmame diretamente?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crônico prolongado sem revisão médica recente: comunicar ao psiquiatra pra reavaliação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abstinência relatados em tentativa anterior de redução: informar o psiquiatra antes de qualquer nova tentativa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concomitante com álcool ou outras substâncias depressoras: risco elevado, comunicar prontamente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uso indevido ou além da prescrição: abordar com cuidado e comunicar a equipe médica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potencialização do GABA explica o alívio rápido dos benzodiazepínicos — e também o risco de tolerância e dependência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Benzodiazepínicos, buspirona e hipnóticos não-benzodiazepínicos formam as 3 categorias centrais desse módulo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crescentes, ansiedade rebote e uso expandido são os sinais mais relevantes de uso crônico problemático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 psicólogo é reconhecer, comunicar e apoiar — nunca conduzir ou aconselhar desmame sozinho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Ansiolíticos e Hipnóticos — Módulo 3.3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Ansiolíticos e Hipnóticos — Risco de Dependência e a Conversa Sobre Desmame</dc:title>
  <dc:subject>PptxGenJS Presentation</dc:subject>
  <dc:creator>Dioclides</dc:creator>
  <cp:lastModifiedBy>Dioclides</cp:lastModifiedBy>
  <cp:revision>1</cp:revision>
  <dcterms:created xsi:type="dcterms:W3CDTF">2026-07-10T14:20:06Z</dcterms:created>
  <dcterms:modified xsi:type="dcterms:W3CDTF">2026-07-10T14:20:06Z</dcterms:modified>
</cp:coreProperties>
</file>