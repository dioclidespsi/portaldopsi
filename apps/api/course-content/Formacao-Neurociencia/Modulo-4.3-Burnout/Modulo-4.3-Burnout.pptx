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4.3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neurociência ao protocolo clínico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no eixo do estresse no burnout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mente avisa antes do esgotamento total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MBI, CBI e OLBI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não é preguiça disfarçada de cansaço. É um sistema de resposta ao estresse que trabalhou tanto que parou de responder direito.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estresse agudo, o eixo HPA no burnout não fica só "ligado" — ele se desregula. Entender essa diferença muda como você conduz a psicoeducação.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estresse crônico ao esgotamento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Sobrecarga crônica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constante, sem recuperação suficiente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HPA hiperativado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elevado de forma persistente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Exaustão do eixo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de cortisol começa a ficar achatada e desregulada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Esgotamento de recursos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não sustenta mais a resposta — exaustão instalada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explica por que "só descansar no fim de semana" não resolve — o eixo precisa de tempo real pra se reequilibrar, não de uma pausa pontual.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dimensões do burnout (Maslach)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Exaustão emocional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de estar "sem gasolina", esgotado além do cansaço normal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Despersonalização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Cinismo e distanciamento emocional de colegas, clientes ou pacientes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Baixa realização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de não entregar valor, mesmo trabalhando mais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dimensões nem sempre aparecem com a mesma intensidade — o MBI (aula 6) mede cada uma separadamente.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mente avisa antes do esgotamento total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concentração, embotamento, esquecimentos frequentes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crônica, distúrbios de sono, dores somáticas recorrentes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produtividade, presenteísmo (presente mas improdutivo)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Cinismo com colegas, irritabilidade, isolamento da equipe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x Depressão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costuma ficar circunscrito ao contexto ocupacional; depressão é mais global e afeta todas as áreas da vida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x Transtorno de Ajustamento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Ajustamento é reação mais aguda e recente; burnout é processo crônico de exaustão acumulada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x cansaço normal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e persistência mesmo após descanso, com impacto funcional real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escalas, três abordagens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Maslach Burnout Inventory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Padrão-ouro. Mede as 3 dimensões separadamente: exaustão, despersonalização, realização.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Copenhagen Burnout Inventory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burnout pessoal, relacionado ao trabalho e ao cliente/paciente.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OLBI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Oldenburg Burnout Inventory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exaustão e desengajamento, inclui itens físicos e cognitivos.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exaustão do eixo HPA, diferenciar de fraqueza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x depressão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extensão: só trabalho ou generalizado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pausas estruturadas e recursos de recuperação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retorno gradual e sinais de alerta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você sente não é fraqueza — seu sistema de resposta ao estresse trabalhou tanto que parou de responder direito. Isso tem tratamento.”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mecanismo reduz a culpa por "não aguentar mais"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claramente de preguiça ou falta de comprometimento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Diferenciação burnout x depressão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"fora do trabalho, você ainda consegue sentir prazer em algo?"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restritos ao trabalho → mais característico de burnout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presentes em todas as áreas → investigar depressão associada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estressores e recursos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redução de carga ou realocação de tarefas quando possível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limites claros de disponibilidade fora do expediente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pausas estruturadas na rotina — não é luxo, é parte do tratamento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 de recaída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os estressores que mais pesam pro paciente especificamente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 plano de retorno gradual se houver afastamento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plano periodicamente, mesmo após melhora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Juliana, 33 anos, gerente, relata exaustão extrema há 6 meses, se sente "sem gasolina" pro trabalho, ironiza e se distancia da equipe que antes gostava de liderar, sente que "não entrega nada de valor" apesar de trabalhar 12h por dia. Nos fins de semana, ainda consegue curtir tempo com a família e retomar um hobby de pintura. MBI indica exaustão emocional alta e despersonalização alta.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ou depressão? Que elemento da vinheta mais sustenta essa leitura?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as 3 dimensões do MBI, e qual(is) aparece(m) elevada(s) no caso de Juliana?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Sugira uma intervenção do passo 3 (manejo de estressores) adequada pro caso.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depressão maior — sintomas deixam de ficar circunscritos ao trabalho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Exaustão comprometendo capacidade funcional básica (autocuidado, sono, alimentação)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afastamento — avaliação médica em conjunto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físicos persistentes que pedem investigação médica antes de fechar o quadro como burnout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é exaustão do eixo HPA por sobrecarga crônica — não é fraqueza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dimensões de Maslach: exaustão emocional, despersonalização, baixa realização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MBI, CBI e OLBI servem a abordagens diferentes de avaliação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vai de psicoeducação a prevenção de recaída, com foco em estressores reais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— Módulo 4.3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Burnout — Da Neurociência ao Protocolo Clínico</dc:title>
  <dc:subject>PptxGenJS Presentation</dc:subject>
  <dc:creator>Dioclides</dc:creator>
  <cp:lastModifiedBy>Dioclides</cp:lastModifiedBy>
  <cp:revision>1</cp:revision>
  <dcterms:created xsi:type="dcterms:W3CDTF">2026-07-09T23:40:55Z</dcterms:created>
  <dcterms:modified xsi:type="dcterms:W3CDTF">2026-07-09T23:40:55Z</dcterms:modified>
</cp:coreProperties>
</file>