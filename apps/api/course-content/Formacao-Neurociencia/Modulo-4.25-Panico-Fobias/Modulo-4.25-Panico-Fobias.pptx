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4.25 · PROTOCOLOS CLÍNICOS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Pânico e Fobias Específicas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corpo dispara o alarme sem incêndio real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uma sensação corporal vira uma crise inteira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ataque inesperado à esquiva que o mantém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PDSS, Mobility Inventory e FSQ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com exposição interoceptiva no centro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descartar causa médica vem primeiro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Transtorno de Pânico, o corpo dispara o alarme de incêndio inteiro por causa de uma torrada queimada — e depois a pessoa passa a temer a própria torradeira.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metáfora resume o ciclo inteiro: uma sensação corporal normal é interpretada como perigo extremo, o que gera mais sensação corporal, num ciclo que se retroalimenta em minutos.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uma sensação vira uma crise inteira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(resposta de alarme desproporcional a sensações corporais)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Ínsula (interpretação catastrófica de sinais interoceptivos)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 coeruleus (ativação noradrenérgica súbita, gatilho da crise)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(falha em conter a escalada do alarme em tempo real)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responde a sensações corporais neutras (coração acelerado, tontura) como se fossem sinais de perigo real e imediato.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ínsula processa esses sinais internos de forma catastrófica — "meu coração dispara" vira "estou tendo um infarto".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locus coeruleus, núcleo noradrenérgico, dispara a cascata fisiológica completa da crise em segundos, sem tempo pra avaliação racional.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primeiro ataque ao ciclo consolidado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ataque de pânico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vezes disparado por estresse agudo ou hiperventilação, sem causa aparente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Interpretação catastrófica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Sensações corporais normais são lidas como sinal de perigo extremo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Hipervigilância corporal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constante a qualquer sinal físico que possa indicar nova crise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Esquiva consolidada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de situações associadas, podendo evoluir pra agorafobia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esquiva alivia a ansiedade no curto prazo, mas é justamente o que mantém o ciclo ativo no longo prazo — o padrão central de todo transtorno de ansiedade.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Crises recorrentes e inesperadas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abruptos de medo intenso, sem gatilho externo óbvio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Medo de sensações corporais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catastrófica de sinais fisiológicos normais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Esquiva fóbica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de situações, lugares ou estímulos específicos temidos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fobias específicas, o mesmo circuito de alarme se ativa, mas ligado a um estímulo bem definido (altura, agulha, animal), não a sensações corporais difusas.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catastrófica ("vou infartar", "vou enlouquecer", "vou desmaiar")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de lugares/situações, comportamentos de segurança (carregar remédio, sentar perto da saída)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acompanhante pra atividades consideradas "seguras"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Taquicardia, sudorese, tontura e falta de ar súbitas durante as crises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(Módulo 4.1)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Preocupação difusa e contínua, diferente da crise súbita e discreta do pânico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 cardíaca real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descartar antes de assumir causa exclusivamente psicológica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TEPT (Módulo 4.6)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parecidos com pânico, mas disparados por pistas específicas ligadas a um trauma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Disorder Severity Scale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gravidade e impacto funcional das crises de pânico.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Inventory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Inventory for Agoraphobia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esquiva situacional associada à agorafobia.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FSQ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Survey Schedule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fobias específicas e sua intensidade.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protocolo: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ciclo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modelo de interpretação catastrófica do pânico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interoceptiva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 deliberadamente as sensações temidas, em ambiente seguro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gradual de situações evitadas, incluindo agorafobia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 as interpretações catastróficas das sensações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exposição interoceptiva é o passo mais específico desse protocolo — reproduzir a sensação temida em segurança quebra o ciclo de evitação do próprio corpo.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ciclo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coração acelerado é desconfortável, mas não é perigoso — é o corpo disparando um alarme de incêndio pra uma torrada queimada.”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ciclo sensação → interpretação catastrófica → mais sensação, de forma bem concreta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 experiência sem minimizar o sofrimento real durante as crises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Exposição interoceptiva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exercícios como girar em uma cadeira, hiperventilar breve ou subir escadas pra provocar sensações temidas com segurança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até que a sensação deixe de ser interpretada como perigo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Exposição situacional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uma hierarquia de situações evitadas, do menos ao mais temido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Elimine gradualmente comportamentos de segurança durante a exposição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Reestruturação cognitiva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 evidência real você tem de que essa sensação significa perigo — e o que mais ela poderia significar?”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 a interpretação catastrófica com dados concretos (ex: já teve quantas crises sem nenhum dano real?)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Fábio, 33 anos, teve sua primeira crise de pânico no metrô há 6 meses e foi ao pronto-socorro convencido de que estava tendo um infarto — os exames deram normais. Desde então, evita o metrô, sempre senta perto da porta em qualquer lugar fechado, e carrega um comprimido ansiolítico no bolso "só por garantia". Relata que monitora constantemente os batimentos cardíacos e entra em pânico ao notar qualquer aceleração, mesmo depois de exercício físico leve.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ilustram os 3 traços centrais do Transtorno de Pânico?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comportamentos de segurança de Fábio (sentar perto da porta, carregar o comprimido) mantêm o problema, mesmo trazendo alívio imediato?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exercício de exposição interoceptiva você sugeriria pra trabalhar o medo de Fábio da própria taquicardia?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causas médicas (cardíacas, tireoidianas, neurológicas) antes de assumir causa exclusivamente psicológica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depressão secundária ao isolamento causado por agorafobia grave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de sintomas de ansiedade generalizada concomitantes: considerar integração com o Módulo 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crônico de ansiolíticos como único manejo, sem exposição associada, tende a manter o ciclo de evitação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e a ínsula respondem a sensações corporais normais como se fossem sinal de perigo extremo, disparando o ciclo do pânico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recorrentes, medo de sensações corporais e esquiva fóbica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PDSS, Mobility Inventory e FSQ estruturam a avaliação de gravidade, agorafobia e fobias específicas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exposição interoceptiva, provocando a sensação temida em segurança, é o componente mais específico e eficaz do protocolo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4.25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Pânico e Fobias — Módulo 4.25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Pânico e Fobias Específicas — Da Neurociência ao Protocolo Clínico</dc:title>
  <dc:subject>PptxGenJS Presentation</dc:subject>
  <dc:creator>Dioclides</dc:creator>
  <cp:lastModifiedBy>Dioclides</cp:lastModifiedBy>
  <cp:revision>1</cp:revision>
  <dcterms:created xsi:type="dcterms:W3CDTF">2026-07-10T02:34:05Z</dcterms:created>
  <dcterms:modified xsi:type="dcterms:W3CDTF">2026-07-10T02:34:05Z</dcterms:modified>
</cp:coreProperties>
</file>