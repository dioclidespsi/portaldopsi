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4.11 · CLUSTER A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Esquizoide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baixo drive de afiliação social ao manejo respeitoso da solidão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proximidade social não é recompensadora aqui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preferência de sofrimento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escala de solidão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 patologizar solidão em si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Esquizoide, o problema não é medo de proximidade — é a proximidade simplesmente não ativar a mesma recompensa que ativa na maioria das pessoas.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completamente o objetivo terapêutico: não é "ajudar a superar o medo", é entender o que realmente causa prejuízo, se é que causa.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social não recompensa da mesma forma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accumbens (baixa resposta a recompensa social específica)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(mundo interno rico, processado internamente)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(baixa reatividade emocional expressa)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apego (baixo drive de busca de proximidade desde cedo)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depressão, aqui a baixa resposta de recompensa é específica ao domínio social — outras áreas (hobbies solitários, ideias) podem ser plenamente recompensadoras.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anedonia global nem timidez — é um drive de afiliação social baixo desde o desenvolvimento inicial.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expressão emocional reduzida não significa ausência de vida interna — só que ela raramente é compartilhada.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padrão se consolida ao longo da vida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Baixo drive de afiliação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busca inata de vínculo próximo, desde cedo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prática social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oportunidades de desenvolver e refinar habilidades sociais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vira padrão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se organiza em torno de atividades e interesses solitários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próprio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isolamento raramente é sentido como perda — não há motivação pra mudar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crucial pro manejo: motivação pra tratamento raramente vem do próprio paciente pedindo "ajuda pra ser mais social".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Desinteresse genuíno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relações próximas, incluindo familiares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Restrição afetiva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emocional reduzida na expressão, não necessariamente na experiência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Preferência por solidão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ativa por atividades solitárias, não evitação por medo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palavra-chave é "desinteresse", não "medo" — essa é a diferença central com o TP Evitativo.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preferência de sofrimento clínico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Introspecção intensa, mundo interno rico mas raramente compartilhado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mesmo relações que outros considerariam claramente desejáveis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ou nenhuma relação próxima, incluindo com a família de origem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facial e corporal pouco reativa emocionalmente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do Espectro Autista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prejuízo de habilidade social; esquizoide tem habilidade, mas não motivação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Evitativa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por medo de rejeição; esquizoide não tem desejo de proximidade pra começo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episódica e recente; esquizoide é padrão estável ao longo de toda a vida adulta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 traço de desapego social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confirmar diagnóstico categorial formal.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de Solidão (UCLA)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Loneliness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isolamento egossintônico (sem sofrimento) de isolamento sofrido.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patologizar preferência por solidão em 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não buscam tratamento pra isso especificamente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desejado pelo próprio paciente, no ritmo dele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 autonomia, mais que "socializar mais"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maioria dos protocolos, aqui o objetivo não é presumido — é construído junto com o paciente.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respeitosa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“Prefiro entender o que te trouxe aqui hoje do que presumir que solidão é, por si só, um problema a resolver.”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tratar a preferência por solidão como sintoma a ser eliminado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Foque no que realmente causa prejuízo funcional, se houver algum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motivação real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quem trouxe a demanda — o próprio paciente ou a família/trabalho?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se há sofrimento genuíno ou só desconforto de terceiros com o padrão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há sofrimento nem prejuízo funcional, considere não patologizar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Expansão gradual (se desejada)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apenas metas que o próprio paciente define como importantes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 no ritmo dele — pressa aqui costuma gerar desistência do tratamento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trocas sociais com baixo custo emocional podem ser um bom início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em funcionamento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áreas como trabalho, autonomia financeira, saúde física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"Socializar mais" não deveria ser meta padrão — só se o paciente quiser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prejuízo real: perda de emprego, isolamento que afeta cuidados básicos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Fernando, 34 anos, é trazido à terapia pela mãe, preocupada com o "isolamento" do filho — ele mora sozinho, trabalha como programador remoto, e raramente sai de casa fora do necessário. Fernando diz, sem sinal de desconforto: "Não sinto falta de nada disso. Tenho meus projetos, meus livros. Vim aqui pra minha mãe parar de se preocupar."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apresenta sofrimento clínico genuíno com base na vinheta? Justifique.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conduziria a primeira sessão, considerando que a demanda veio da mãe, não dele?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ajudaria a diferenciar TP Esquizoide de TEA nesse caso?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depressão que precisa de tratamento próprio e específico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de espectro autista, se houver prejuízo de habilidade (não só de motivação) social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funcional real e crescente (perda de emprego, negligência de autocuidado básico)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Sofrimento genuíno relatado pelo próprio paciente, mesmo que o padrão pareça estável há anos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 Esquizoide, o social simplesmente não recompensa da mesma forma — não é medo, é desinteresse genuíno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Desinteresse por relações, restrição afetiva e preferência por solidão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a Escala de Solidão ajudam a diferenciar isolamento tranquilo de isolamento sofrido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aqui não presume que "mais socialização" é a meta — a meta é construída com o paciente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Esquizoide — Módulo 4.11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Esquizoide — Da Neurociência ao Manejo Clínico</dc:title>
  <dc:subject>PptxGenJS Presentation</dc:subject>
  <dc:creator>Dioclides</dc:creator>
  <cp:lastModifiedBy>Dioclides</cp:lastModifiedBy>
  <cp:revision>1</cp:revision>
  <dcterms:created xsi:type="dcterms:W3CDTF">2026-07-10T01:15:40Z</dcterms:created>
  <dcterms:modified xsi:type="dcterms:W3CDTF">2026-07-10T01:15:40Z</dcterms:modified>
</cp:coreProperties>
</file>