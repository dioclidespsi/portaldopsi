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3.4 · BLOCO 3 · FARMACOLOGIA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Humor e Psicose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Estabilizadores e antipsicóticos: o que reconhecer quando emergem em terapia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Estabilizadores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Antipsicóticos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mania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psicóticos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Estabilizadores de humor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Lítio e anticonvulsivantes, base do Módulo 4.20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Antipsicóticos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Típicos e atípicos, perfis distintos de efeito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de mania emergente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observar antes de uma crise se instalar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psicóticos emergentes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sem confrontar o conteúdo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psicólogo é frequentemente quem nota primeiro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Estabilizadores e Antipsicóticos — Módulo 3.4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Muitas vezes é o psicólogo, não o psiquiatra, quem primeiro percebe os sinais de um episódio maníaco ou psicótico emergindo — porque é ele quem vê o paciente semana a semana, e nota a mudança de padrão.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módulo não ensina a tratar esses quadros — ensina a reconhecer sinais precocemente, documentar com precisão, e encaminhar antes que a situação se agrave.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Estabilizadores e Antipsicóticos — Módulo 3.4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essas duas classes regulam no cérebro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Lítio/anticonvulsivantes (estabilização do circuito de humor)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Antipsicóticos típicos (bloqueio dopaminérgico, sintomas positivos)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Antipsicóticos atípicos (perfil mais amplo, menos efeitos motores)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extrapiramidal (fonte dos efeitos motores colaterais)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Lítio e anticonvulsivantes agem estabilizando a excitabilidade neuronal, reduzindo a amplitude e frequência de episódios de humor (Módulo 4.20).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Antipsicóticos típicos bloqueiam receptores de dopamina de forma mais ampla, eficazes em sintomas positivos, mas com maior risco de efeitos motores.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Antipsicóticos atípicos têm perfil de ação mais amplo, geralmente com menos efeitos extrapiramidais, mas com outros riscos metabólicos a monitorar.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Estabilizadores e Antipsicóticos — Módulo 3.4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sinal sutil ao encaminhamento oportuno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Sinal comportamental sutil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 acelerada, desconfiança incomum, mudança perceptível de padrão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Padrão se consolida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longo de semanas, os sinais se tornam mais consistentes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Psicólogo reconhece e documenta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 estruturada, sem confrontar diretamente o conteúdo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Encaminhamento oportuno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Previne que a situação evolua pra uma crise maior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janela entre o primeiro sinal sutil e uma crise plena costuma ser de semanas — é exatamente essa janela que a observação clínica cuidadosa consegue capturar.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Estabilizadores e Antipsicóticos — Módulo 3.4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categorias principais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Estabilizadores de humor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Lítio e anticonvulsivantes, base do tratamento do Transtorno Bipolar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Antipsicóticos típicos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geração, mais efeitos motores colaterais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Antipsicóticos atípicos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geração, perfil mais amplo de indicações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Antipsicóticos, apesar do nome, também são usados como estabilizadores adjuvantes em alguns quadros de Transtorno Bipolar — a nomenclatura não limita totalmente a indicação clínica.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Estabilizadores e Antipsicóticos — Módulo 3.4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a observar na sessão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Mania emergente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 acelerada, grandiosidade nova, redução da necessidade de sono relatada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 psicóticos positivos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Delírios, alucinações, discurso desorganizado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 psicóticos negativos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Retraimento intenso, embotamento, podem ser confundidos com depressão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Efeitos motores colaterais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Tremores, rigidez ou inquietação motora em paciente já em uso de antipsicótico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Estabilizadores e Antipsicóticos — Módulo 3.4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Diferenciando quadros que podem se confundir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Sintoma psicótico transitório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Breve, reativo a estresse extremo, geralmente com algum insight preservado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 psicótico estabelecido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Persistente, sem insight, exige avaliação psiquiátrica urgente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Negativos x depressão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Retraimento psicótico pode ser confundido com quadro depressivo isolado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Estabilizadores e Antipsicóticos — Módulo 3.4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Instrumentos e observação estruturada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YMRS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Mania Rating Scale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usada no Módulo 4.20, mede gravidade de sintomas maníacos.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PANSS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and Negative Syndrome Scale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formal pra gravidade de sintomas psicóticos, aplicação especializada.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Observação estruturada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sistemático de mudanças de padrão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ferramenta mais acessível pro psicólogo no dia a dia.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Estabilizadores e Antipsicóticos — Módulo 3.4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sinal ao encaminhamento: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precocemente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o padrão atual com o padrão habitual do paciente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confrontar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delirante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o sofrimento sem confirmar nem refutar o conteúdo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objetivamente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Fatos observáveis, com data e contexto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Encaminhar com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urgência apropriada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depender da gravidade e do risco identificado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passo 2 é frequentemente o mais difícil na prática — a tentação de "corrigir" o conteúdo delirante raramente ajuda, e pode romper a aliança terapêutica.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Estabilizadores e Antipsicóticos — Módulo 3.4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Reconhecer sinais precocemente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 padrão atual de fala, sono e comportamento com o padrão habitual já conhecido do paciente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 ativamente sobre sono e energia, sinais precoces frequentemente negligenciados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confrontar conteúdo delirante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“Percebo que isso é muito real e angustiante pra você agora — vamos conversar sobre como você está se sentindo.”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o sofrimento emocional associado, sem confirmar nem refutar diretamente o conteúdo do delírio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Estabilizadores e Antipsicóticos — Módulo 3.4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Documentar objetivamente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fatos observáveis (fala, comportamento, conteúdo relatado) com data e contexto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linguagem interpretativa ou diagnóstica nesse registro inicial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Encaminhar com urgência apropriada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 psicóticos agudos com risco: encaminhamento emergencial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mania emergente sem risco imediato: encaminhamento urgente, mas não necessariamente de emergência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Estabilizadores e Antipsicóticos — Módulo 3.4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paciente em terapia há 8 meses por ansiedade generalizada chega a uma sessão falando muito mais rápido que o habitual, contando planos grandiosos de "revolucionar" seu setor de trabalho, e menciona ter dormido "só 2 horas essa semana, mas nunca me senti tão bem".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sinais dessa vinheta destoam do padrão de ansiedade que trouxe o paciente à terapia originalmente?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quadro esses sinais, em conjunto, sugerem investigar?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conduziria o restante dessa sessão, considerando a possibilidade desse quadro?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Estabilizadores e Antipsicóticos — Módulo 3.4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 psicóticos agudos com risco associado: encaminhamento emergencial imediato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consistentes de mania emergente, mesmo sem risco imediato: encaminhamento psiquiátrico urgente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Efeitos motores colaterais significativos em paciente já em uso de antipsicótico: comunicar prontamente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sinal de risco associado a esses quadros: ativar também o protocolo do Módulo 4.9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Estabilizadores e Antipsicóticos — Módulo 3.4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psicólogo frequentemente é quem primeiro percebe sinais de mania ou psicose, pela proximidade semanal com o paciente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Estabilizadores de humor, antipsicóticos típicos e atípicos são as 3 categorias centrais desse módulo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mania emergente e sinais psicóticos exigem reconhecimento precoce, sem confronto direto do conteúdo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objetiva e encaminhamento com urgência apropriada fecham o ciclo de manejo responsável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3.4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Estabilizadores e Antipsicóticos — Módulo 3.4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Estabilizadores de Humor e Antipsicóticos — Reconhecendo Sinais no Meio do Processo Terapêutico</dc:title>
  <dc:subject>PptxGenJS Presentation</dc:subject>
  <dc:creator>Dioclides</dc:creator>
  <cp:lastModifiedBy>Dioclides</cp:lastModifiedBy>
  <cp:revision>1</cp:revision>
  <dcterms:created xsi:type="dcterms:W3CDTF">2026-07-10T14:26:35Z</dcterms:created>
  <dcterms:modified xsi:type="dcterms:W3CDTF">2026-07-10T14:26:35Z</dcterms:modified>
</cp:coreProperties>
</file>