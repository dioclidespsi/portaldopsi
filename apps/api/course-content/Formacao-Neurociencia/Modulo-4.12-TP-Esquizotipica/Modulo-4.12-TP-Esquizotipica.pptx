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4.12 · CLUSTER A · TRANSTORNOS DE PERSONALIDADE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Esquizotípica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espectro da esquizofrenia ao manejo sem confronto nem reforço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Encaminhamento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em Neurociência Aplicada à Psicoterapia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Mecanismo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fica no espectro, sem virar psicose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diferencia excentricidade de sintoma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PID-5, SPQ e SCID-5-PD na prática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Manejo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passos, sem confrontar nem reforçar a crença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Encaminhamento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isso não basta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Esquizotípica — Módulo 4.12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TP Esquizotípico está no mesmo espectro genético da esquizofrenia — mas sem cruzar a linha da psicose. Saber onde está essa linha é a habilidade central deste módulo.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pede um equilíbrio delicado: nem confrontar a crença incomum como se fosse um erro a corrigir, nem reforçá-la como se fosse fato.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Esquizotípica — Módulo 4.12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conecta ao espectro da esquizofrenia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44675" y="2496312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51914" y="4266590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2931" y="4266590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95344" y="2737714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dopaminérgico (disfunção sutil, sem psicose franca)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Córtex temporal (processamento perceptivo levemente alterado)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Conectividade cortical reduzida entre regiões associativas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Córtex pré-frontal (prejuízo leve de cognição social)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disfunção dopaminérgica aqui é sutil — o suficiente pra gerar pensamento mágico e experiências perceptivas incomuns, mas não delírios ou alucinações francas.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conectividade cortical reduzida está associada a vários transtornos do espectro esquizofrênico, incluindo este.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importante nomear: existe uma vulnerabilidade genética compartilhada com a esquizofrenia, mas isso não significa que vai evoluir pra ela.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Esquizotípica — Módulo 4.12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processamento alterado ao isolamento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Vulnerabilidade genética compartilhada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carga genética de base do espectro esquizofrênico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Processamento perceptivo alterado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mágico, ideias de referência leves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Excentricidade comportamental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Maneirismos, discurso vago, aparência incomum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Isolamento social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Reforçado pela diferença percebida pelos outros, não por desinteresse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 do TP Esquizoide (módulo anterior), aqui o isolamento vem do desconforto social e da diferença percebida — não da falta de desejo de conexão.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Esquizotípica — Módulo 4.12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dimensões centrais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Distorções cognitivo-perceptuais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mágico, ideias de referência leves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Excentricidade comportamental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Aparência ou comportamento incomum, discurso vago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Desconforto social agudo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Ansiedade social que não diminui com familiaridade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terceiro ponto é uma diferença-chave: na maioria dos quadros de ansiedade social, familiaridade reduz o desconforto — aqui, não necessariamente.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Esquizotípica — Módulo 4.12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diferencia excentricidade de sintoma emergente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mágico e crenças incomuns, mantidas sem convicção delirante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Maneirismos peculiares, discurso vago ou circunstancial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Poucos vínculos, desconforto mesmo com familiares próximos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Afeto constrito ou inadequado ao contexto da situação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Esquizotípica — Módulo 4.12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diferencial rápido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Esquizofrenia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realidade comprometido — delírios e alucinações francos presentes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Esquizoide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desinteresse social simples, sem a excentricidade perceptual esquizotípica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Transtorno do Espectro Autista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Sobreposição real — exige avaliação cuidadosa da história desenvolvimental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Esquizotípica — Módulo 4.12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instrumentos, três finalidades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PID-5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 Inventory for DSM-5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Mapeia dimensões de excentricidade e distorção perceptual.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SPQ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Schizotypal Personality Questionnaire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 específico pra dimensão esquizotípica — o mais direcionado dos três.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SCID-5-PD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Estruturada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Padrão-ouro pra diagnóstico categorial formal.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Esquizotípica — Módulo 4.12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mecanismo ao manejo: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Psicoeducação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confronto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de "loucura" sem reforçar a crença mágica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Cognição social e leitura de sinais interpessoais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prodrômico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Observar sinais de possível conversão pra quadro psicótico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Prevenção de isolamento severo, manutenção de rotina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próximas 2 telas, cada passo ganha um exemplo pronto pra levar pra sessão.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Esquizotípica — Módulo 4.12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Psicoeducação sem confronto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jeito como você processa certas experiências é diferente do que a maioria das pessoas relata — isso não significa que algo está ‘errado’ com você, mas vale a pena entendermos juntos o que isso significa no seu dia a dia.”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confronte a crença como "errada" — isso gera ruptura sem mudar a convicção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reforce a crença como fato — mantenha postura curiosa, não validadora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Habilidades sociais e cognição social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Trabalhe leitura de expressões faciais e tom de voz de forma prática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Pratique scripts simples pra situações sociais comuns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 com calma — desconforto social aqui não diminui só com exposição, como em ansiedade social típica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Esquizotípica — Módulo 4.12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Monitoramento de sinais prodrômicos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mudanças na intensidade ou convicção das crenças incomuns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a qualquer sinal de perda de teste de realidade (delírio, alucinação franca)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 a evolução ao longo do tempo — mudança de padrão é o sinal mais importante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Suporte funcional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Priorize manutenção de rotina, trabalho e vínculos mínimos viáveis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Preveja isolamento severo antes que ele se instale por completo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Envolva rede de apoio, quando o paciente permitir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Esquizotípica — Módulo 4.12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Camila, 26 anos, relata que "sente quando alguém vai ligar antes do telefone tocar" e acredita ter uma "conexão especial" com números que aparecem repetidamente. Fala de forma vaga e vai de um assunto a outro sem transição clara. Tem poucos amigos e relata desconforto mesmo em jantares de família, apesar de conhecer todos há anos.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crenças de Camila são mais consistentes com pensamento mágico ou com delírio estruturado? Justifique.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você responderia à fala sobre "sentir quando alguém vai ligar", sem confrontar nem validar como fato?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desconforto mesmo em contextos familiares é um dado relevante — por quê?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Esquizotípica — Módulo 4.12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isso não basta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Emergência de sintomas psicóticos francos — delírios estruturados ou alucinações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psiquiátrica pra risco de conversão pro espectro esquizofrênico completo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Isolamento severo com prejuízo funcional grave (perda de emprego, negligência de autocuidado)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Comorbidade com sintomas depressivos ou ansiosos que exigem tratamento próprio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Esquizotípica — Módulo 4.12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Esquizotípica está no espectro genético da esquizofrenia, sem cruzar a linha da psicose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Distorções cognitivo-perceptuais, excentricidade e desconforto social agudo são as 3 dimensões centrais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PID-5, SPQ e SCID-5-PD ajudam a mapear e confirmar o diagnóstico com dado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manejo exige equilíbrio: nem confrontar a crença, nem reforçá-la — e monitorar sinais de conversão psicótica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4.12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Esquizotípica — Módulo 4.12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Transtorno de Personalidade Esquizotípica — Da Neurociência ao Manejo Clínico</dc:title>
  <dc:subject>PptxGenJS Presentation</dc:subject>
  <dc:creator>Dioclides</dc:creator>
  <cp:lastModifiedBy>Dioclides</cp:lastModifiedBy>
  <cp:revision>1</cp:revision>
  <dcterms:created xsi:type="dcterms:W3CDTF">2026-07-10T01:20:21Z</dcterms:created>
  <dcterms:modified xsi:type="dcterms:W3CDTF">2026-07-10T01:20:21Z</dcterms:modified>
</cp:coreProperties>
</file>