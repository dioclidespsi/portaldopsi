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4.17 · CLUSTER C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Evitativa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Desejar conexão e temer a rejeição, ao mesmo tempo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rejeição pesa tanto mais aqui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desejo de conexão que a evitação esconde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Liebowitz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com exposição gradual no centro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aprofundar e quando referenciar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TP Evitativo, a pessoa não evita o contato porque não quer conexão — evita porque quer tanto, e teme tanto ser rejeitada, que a única saída parece ser não arriscar.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distinção — desejo presente, mas bloqueado pelo medo — é o que separa esse quadro do TP Esquizoide, e orienta todo o manejo a seguir.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rejeição social pesa tanto mais aqui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(hiper-reativa a sinais de rejeição/crítica social)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 (ansiedade antecipatória intensa antes do contato social)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(regulação descendente reduzida sob ameaça social)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habituação (a ansiedade não diminui com exposição repetida)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responde de forma amplificada a sinais de rejeição ou crítica, inclusive ambíguos, tratando-os como ameaça.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ínsula gera ansiedade antecipatória intensa mesmo antes do contato social acontecer, o que já motiva a evitação preventiva.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desenvolvimento típico, a exposição repetida não reduz a ansiedade na mesma proporção — a baixa habituação mantém o ciclo de evitação.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inibição temperamental à evitação pervasiva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Inibição comportamental (temperamento)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reatividade a estímulos novos e sociais, visível desde a infância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Experiências repetidas de rejeição/crítica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 ou percebidas, reforçando a expectativa de julgamento negativo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Crença central de inadequação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 fundamentalmente inadequado", coexistindo com desejo genuíno de conexão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Evitativa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social pervasiva como estratégia de proteção contra a rejeição prevista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autores consideram o TP Evitativo o extremo mais grave do mesmo espectro da fobia social generalizada — não um quadro totalmente separado.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Hipersensibilidade à crítica/rejeição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intensa e duradoura a sinais de avaliação negativa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Sentimento de inadequação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Autoimagem central de ser socialmente incompetente ou inferior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Inibição social com desejo de conexão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se aproximar, apesar de querer vínculo genuinamente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terceiro traço é o que mais diferencia esse quadro na prática clínica — o desejo de conexão está presente, só bloqueado pelo medo.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interpretação negativa ("vão perceber que sou inadequado")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situações sociais/profissionais com contato interpessoal significativo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Deseja proximidade, mas evita iniciar ou aprofundar vínculos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 ansiedade social — rubor, tremor, taquicardia diante de exposição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Fobia Social generalizada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é mais pervasiva, ligada à autoimagem central, não só a situações específicas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Esquizoide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Evitativa deseja conexão e teme rejeição; esquizoide não deseja conexão de forma genuína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Dependente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Evitativa evita se aproximar por medo; dependente se agarra excessivamente uma vez vinculada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os traços patológicos de forma dimensional.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Liebowitz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Liebowitz Social Anxiety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gravidade da ansiedade e evitação social, útil pra monitorar evolução.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situações sociais, do menos ao mais temido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viés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 a expectativa automática de rejeição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pessoal que não dependa da aprovação social constante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terapêutico ativo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terapêutica como treino seguro de intimidade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relação terapêutica funciona como campo de prática — muitas vezes é o primeiro vínculo em que o paciente se permite alguma exposição emocional.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Exposição gradual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uma hierarquia de situações sociais, do menos ao mais ansiogênico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apenas com o consentimento explícito do paciente a cada etapa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Celebre pequenos avanços — o objetivo é construir tolerância, não velocidade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Reestruturação do viés de rejeição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evidência real você tem de que essa pessoa vai te rejeitar — e que outras explicações também seriam possíveis?”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 a automaticidade da previsão de rejeição, sem negar que ela às vezes acontece de fato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Autoestima independente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Ajude o paciente a reconhecer valor pessoal que não depende de aprovação social constante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a diferença entre "ser rejeitado numa situação" e "ser fundamentalmente inadequado"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Vínculo terapêutico 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“Aqui, mesmo quando você mostra o que teme mostrar, a relação continua — isso também é uma forma de prática.”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rupturas e reparos pequenos na relação terapêutica como oportunidade segura de exposição relacional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e previsibilidade do terapeuta são especialmente importantes aqui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Marcos, 29 anos, procura terapia porque "nunca consigo manter uma amizade além do superficial". Relata que evita convites sociais por medo de "falar besteira e todo mundo perceber que sou estranho", mas também diz sentir uma solidão profunda nos fins de semana. No trabalho, recusou uma promoção que exigiria mais apresentações em público, mesmo tendo o desempenho técnico necessário.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do TP Evitativo?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diferenciaria esse caso de um quadro de TP Esquizoide, com base no que Marcos relata sentir?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primeiro passo da hierarquia de exposição (passo 1) você sugeriria para Marcos, considerando a recusa da promoção?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Fobia Social generalizada ou Transtorno de Ansiedade Generalizada, comum nesse perfil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depressivos associados a isolamento social prolongado e solidão crônica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funcional severo (recusa sistemática de oportunidades profissionais, isolamento extremo)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terapia de grupo como complemento, quando tolerável, pra prática social supervisionada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TP Evitativo, o desejo de conexão está presente, mas bloqueado pelo medo intenso de rejeição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Hipersensibilidade à crítica, sentimento de inadequação e inibição social com desejo de conexão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Liebowitz estruturam a avaliação e o acompanhamento da gravidade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combina exposição gradual, reestruturação do viés de rejeição e uso ativo do próprio vínculo terapêutico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4.17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Evitativa — Módulo 4.17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Evitativa — Da Neurociência ao Manejo</dc:title>
  <dc:subject>PptxGenJS Presentation</dc:subject>
  <dc:creator>Dioclides</dc:creator>
  <cp:lastModifiedBy>Dioclides</cp:lastModifiedBy>
  <cp:revision>1</cp:revision>
  <dcterms:created xsi:type="dcterms:W3CDTF">2026-07-10T01:44:06Z</dcterms:created>
  <dcterms:modified xsi:type="dcterms:W3CDTF">2026-07-10T01:44:06Z</dcterms:modified>
</cp:coreProperties>
</file>