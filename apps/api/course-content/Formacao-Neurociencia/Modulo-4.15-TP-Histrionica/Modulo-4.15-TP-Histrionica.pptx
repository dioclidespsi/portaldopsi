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4.15 · CLUSTER B · TRANSTORNOS DE PERSONALIDADE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Histriônica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Atenção, emoção e autoestima não-contingente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Encaminhamento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em Neurociência Aplicada à Psicoterapia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Mecanismo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atenção externa vira necessidade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Dramatização, sedução e vínculos superficiais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PID-5, SCID-5-PD e MCMI-IV na prática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Manejo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passos, sem reforçar a dramatização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Encaminhamento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aprofundar e quando referenciar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Histriônica — Módulo 4.15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TP Histriônico, a autoestima não é construída de dentro pra fora — ela depende, momento a momento, de quanto de atenção o ambiente está devolvendo.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muda completamente como pensamos o manejo: não é sobre reduzir o "drama", é sobre construir uma fonte de valor pessoal que não dependa de plateia.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Histriônica — Módulo 4.15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a atenção externa se torna necessidade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recompensa (hiper-responsivo à atenção/aprovação social)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límbico (alta reatividade emocional expressiva)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Córtex pré-frontal (controle cognitivo reduzido no processamento social)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 de sugestionabilidade (alta permeabilidade a pistas externas)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de recompensa responde de forma amplificada a sinais de atenção e aprovação social — a atenção alheia funciona quase como reforçador primário.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alta reatividade límbica se traduz em expressão emocional intensa e rapidamente visível, mesmo diante de estímulos moderados.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controle cognitivo reduzido no processamento social contribui pra sugestionabilidade — opiniões e humor mudam com facilidade conforme o contexto interpessoal.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Histriônica — Módulo 4.15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recompensa social à dependência de plateia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Temperamento sensível à recompensa social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responsividade a atenção e aprovação desde cedo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Reforço precoce do comportamento dramático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Comportamentos expressivos/chamativos recebem atenção consistente do ambiente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Autoestima ancorada na atenção externa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senso de valor pessoal passa a depender de validação momento a momento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Histriônica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pervasivo de busca de atenção e emocionalidade excessiva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 do TP Narcisista, aqui a necessidade não é de admiração por grandiosidade — é de atenção em si, de qualquer natureza, inclusive negativa.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Histriônica — Módulo 4.15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traços centrais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 excessiva de atenção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Desconforto genuíno quando não é o centro das atenções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Emocionalidade dramática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Expressão emocional intensa, rápida e por vezes desproporcional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Sugestionabilidade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Opiniões e humor facilmente influenciados pelo contexto ou por outras pessoas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Esses traços não são "escolhas" conscientes de manipular — são a expressão de uma autoestima que nunca aprendeu a ser autossustentada.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Histriônica — Módulo 4.15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reconhecer o padrão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impressionista, vago, carente de detalhe e de análise crítica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Dramatização, comportamento sedutor ou provocativo fora de contexto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Vínculos percebidos como mais íntimos do que realmente são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ativo da aparência física pra atrair e manter atenção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Histriônica — Módulo 4.15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diferencial rápido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Borderline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Histriônica sem autolesão crônica nem instabilidade extrema de identidade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Narcisista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Histriônica busca atenção em geral; narcisista busca admiração específica por grandiosidade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TDAH em adultos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Impulsividade sem o componente central de busca dramática de atenção interpessoal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Histriônica — Módulo 4.15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instrumentos, três finalidades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PID-5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 Inventory for DSM-5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Mapeia os traços patológicos de forma dimensional.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SCID-5-PD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Estruturada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Padrão-ouro pra diagnóstico categorial formal.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MCMI-IV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Millon Clinical Multiaxial Inventory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pra capturar o estilo de personalidade de forma ampla, além do diagnóstico categorial.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Histriônica — Módulo 4.15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mecanismo ao manejo: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sem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reforçar drama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a emoção sem alimentar a intensificação teatral dela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Tolerância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neutralidade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capacidade de estar bem sem ser o centro das atenções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Autoestima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não-contingente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internas de valor pessoal, não dependentes de plateia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claros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terapêutico consistente, sem dramatizações no vínculo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maior erro técnico aqui é reforçar, sem perceber, o próprio padrão que se está tentando tratar — reagindo com intensidade extra ao drama do paciente.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Histriônica — Módulo 4.15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Validar sem reforçar o drama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“Percebo que isso foi importante pra você — vamos entender o que realmente aconteceu, com calma.”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a emoção genuína por trás da dramatização, sem validar a intensificação teatral em si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Mantenha o tom da sessão estável, mesmo quando o paciente escala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Tolerância à neutralidade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Exponha gradualmente a situações sociais neutras, sem papel de destaque, como treino de tolerância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Trabalhe o desconforto de "não ser o centro" como habilidade, não como ameaça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Histriônica — Módulo 4.15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Autoestima não-contingente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Ajude o paciente a identificar valores e conquistas que não dependem da reação de outras pessoas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Trabalhe a diferença entre "ser visto" e "ser valorizado por quem se é"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e limites claros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“Nosso combinado continua o mesmo, independente de como a sessão de hoje começou.”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Mantenha horários, duração e regras da terapia estáveis, sem exceções dramáticas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Consistência do terapeuta modela a própria regulação que está sendo trabalhada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Histriônica — Módulo 4.15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Larissa, 30 anos, chega à sessão em prantos, contando uma história confusa e cheia de detalhes vagos sobre um desentendimento no trabalho, dizendo que "foi a pior coisa que já aconteceu" com ela. No meio do relato, muda de assunto e comenta como está se sentindo bonita hoje. Relata que se sente "invisível" quando não é o centro das conversas em grupo, e que já teve vários relacionamentos rápidos e intensos que "pareciam mais sérios do que realmente eram".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elementos da vinheta ilustram os 3 traços centrais do TP Histriônico?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você distinguiria esse quadro de um TP Borderline, com base no que está (e no que não está) presente na vinheta?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resposta terapêutica, no passo 1 (validar sem reforçar), você daria ao relato inicial de Larissa?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Histriônica — Módulo 4.15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isso não basta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Sintomas depressivos significativos quando a atenção externa não vem — investigar risco associado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Comorbidade com TP Borderline ou uso de substâncias, relativamente comuns nesse perfil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de relações interpessoais gerando prejuízo funcional recorrente (trabalho, vínculos de longo prazo)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Considerar terapia de longo prazo com foco em esquemas, quando a autoestima contingente estiver muito enraizada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Histriônica — Módulo 4.15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TP Histriônico, a autoestima depende momento a momento da atenção externa recebida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excessiva de atenção, emocionalidade dramática e sugestionabilidade são os 3 traços centrais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PID-5, SCID-5-PD e MCMI-IV estruturam a avaliação dimensional e categorial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manejo evita reforçar o drama e constrói, aos poucos, uma autoestima não-contingente à plateia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4.15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Histriônica — Módulo 4.15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Transtorno de Personalidade Histriônica — Da Neurociência ao Manejo</dc:title>
  <dc:subject>PptxGenJS Presentation</dc:subject>
  <dc:creator>Dioclides</dc:creator>
  <cp:lastModifiedBy>Dioclides</cp:lastModifiedBy>
  <cp:revision>1</cp:revision>
  <dcterms:created xsi:type="dcterms:W3CDTF">2026-07-10T01:37:32Z</dcterms:created>
  <dcterms:modified xsi:type="dcterms:W3CDTF">2026-07-10T01:37:32Z</dcterms:modified>
</cp:coreProperties>
</file>