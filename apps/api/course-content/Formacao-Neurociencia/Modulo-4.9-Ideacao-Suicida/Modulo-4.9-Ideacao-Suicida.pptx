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4.9 · PROTOCOLOS CLÍNICOS DIRETOS AO PONTO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 de Suicídio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direta, estratificação e plano de segurança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Segurança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de Rede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Formação em Neurociência Aplicada à Psicoterapia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Mecanismo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o desejo de morrer se forma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avisa antes de uma crise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Instrumento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C-SSRS, BSI e SAD PERSONS na prática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Segurança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alternativa baseada em evidência ao "contrato"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Ativação de Rede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e como escalar agora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Suicídio — Módulo 4.9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Perguntar diretamente sobre suicídio não aumenta o risco. Na prática, costuma ser a primeira vez que a pessoa se sente segura pra falar sobre isso.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 mito impede muitos profissionais de perguntar o que precisa ser perguntado. Este módulo existe pra substituir o medo por um protocolo claro.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Suicídio — Módulo 4.9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sustenta o desejo de morrer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44675" y="2496312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51914" y="4266590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792931" y="4266590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95344" y="2737714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Córtex pré-frontal (constrição cognitiva — "única saída")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Núcleo da rafe / sistema serotoninérgico (impulsividade)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Amígdala (dor psíquica intensa — "psychache")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Eixo HPA (estresse crônico sobreposto ao quadro de base)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"Constrição cognitiva" (Shneidman): sob dor extrema, o córtex pré-frontal passa a enxergar cada vez menos alternativas — o suicídio parece a única saída, não porque não existam outras, mas porque o cérebro parou de vê-las.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Disfunção serotoninérgica está associada a maior impulsividade — um fator de risco independente da intensidade da dor emocional.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Isso não é fraqueza de caráter — é um estado neurobiológico que pode ser identificado e interrompido.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Suicídio — Módulo 4.9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Teoria Interpessoal do Suicídio (Joiner)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Pertencimento frustrado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Sensação de não pertencer, estar desconectado de todos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Fardo percebido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Crença de que sua morte aliviaria os outros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Desejo de morrer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juntos formam o desejo — ainda sem risco de ação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Capacidade adquirida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Habituação à dor/medo da morte torna a tentativa possível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desejo de morrer sozinho não prevê tentativa. É a soma com a capacidade adquirida que eleva o risco real de uma ação — por isso perguntar sobre histórico de autolesão e exposição prévia à dor/violência é parte essencial da avaliação.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Suicídio — Módulo 4.9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3 pilares da Teoria Interpessoal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Pertencimento frustrado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"Ninguém realmente se importaria se eu sumisse"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Fardo percebido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"Todos ficariam melhor sem mim"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Capacidade adquirida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Habituação à dor/medo — muitas vezes por autolesão ou trauma prévio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Avalie os 3 separadamente — um paciente pode ter desejo intenso de morrer e baixo risco de ação, ou o inverso.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Suicídio — Módulo 4.9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avisa antes de uma crise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Comentários diretos ou indiretos sobre morrer, ser um fardo, "sumir"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Comportamental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meios letais, se despedir, doar pertences, isolamento súbito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Emocional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Desesperança, sensação de estar aprisionado, raiva desproporcional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 de padrão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súbita e inexplicada do humor pode indicar decisão já tomada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Suicídio — Módulo 4.9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Estratificação de risco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 baixo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Ideação passiva — desejo de não existir, sem plano nem intenção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 moderado a alto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Ideação ativa, com ou sem plano definido, sem meios imediatos disponíveis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Risco iminente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estruturado + acesso a meios + intenção declarada — ação imediata necessária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Suicídio — Módulo 4.9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instrumentos, três momentos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C-SSRS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Columbia-Suicide Severity Rating Scale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Padrão-ouro. Estrutura a entrevista direta sobre ideação, plano, intenção e comportamento.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BSI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Beck Scale for Suicide Ideation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Autorrelato detalhado da intensidade e características da ideação.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SAD PERSONS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fatores de risco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Triagem rápida por mnemônica — bom pra primeira sessão ou pronto atendimento.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Suicídio — Módulo 4.9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avaliação à ação: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direta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Perguntar sem rodeios — não planta a ideia, abre a porta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Estratificação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risco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Classificar o nível com base em plano, meios e intenção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Estruturado, colaborativo — não é uma promessa verbal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Ativação de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Escalar quando necessário — aqui, não é exceção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próximas 2 telas, cada passo ganha um exemplo pronto pra levar pra sessão.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Suicídio — Módulo 4.9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Avaliação direta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“Você mencionou estar cansado de tudo. Você tem pensado em se machucar ou em morrer?”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5156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linguagem direta, sem eufemismo ("morrer", não "fazer uma besteira")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Perguntar sobre suicídio não aumenta o risco — é mito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Estratificação de risco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plano específico? Há acesso a meios letais?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 intenção declarada, ou é só desejo de não existir?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Houve tentativa prévia? Isso eleva significativamente o risco atual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Suicídio — Módulo 4.9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de Segurança</a:t>
            </a:r>
            <a:endParaRPr lang="en-US" sz="1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51560" y="2651760"/>
          <a:ext cx="4663440" cy="2011680"/>
        </p:xfrm>
        <a:graphic>
          <a:graphicData uri="http://schemas.openxmlformats.org/drawingml/2006/table">
            <a:tbl>
              <a:tblPr/>
              <a:tblGrid>
                <a:gridCol w="2331720"/>
                <a:gridCol w="233172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Conteúdo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8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Sinais de alerta pessoais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Pensamentos/situações que precedem a piora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Estratégias internas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a pessoa pode fazer sozinha pra se acalmar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Contatos e redução de meios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Rede de apoio + retirar acesso a meios letais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D3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1051560" y="4892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"Contrato de não-suicídio" não é baseado em evidência — use o Plano de Segurança estruturado (Stanley &amp; Brown).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Ativação de rede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iminente: não deixe a pessoa sozinha, acione emergência agora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Envolva a rede de apoio com consentimento, sempre que possível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Encaminhamento psiquiátrico urgente pra avaliar internação ou medicação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Suicídio — Módulo 4.9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Larissa, 24 anos, em acompanhamento há 3 meses por depressão, diz que está "cansada de tudo" e que às vezes pensa que "seria mais fácil se ela não existisse". Nega plano específico quando perguntada diretamente, mas relata ter doado roupas e pertences pessoais recentemente "pra organizar a vida". PHQ-9 = 22, item 9 pontuado como "quase todos os dias".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nível de risco essa apresentação sugere, e por quê?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comportamento de "doar pertences" é um sinal de alerta — o que ele pode indicar clinicamente?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2 perguntas diretas você faria em seguida pra aprofundar a avaliação?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Suicídio — Módulo 4.9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isso não basta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estruturado + acesso a meios letais + intenção declarada — ativar emergência (SAMU 192 / CVV 188 / pronto-socorro) agora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Tentativa de suicídio prévia, especialmente recente ou de método letal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Comorbidade com uso ativo de substâncias — eleva a impulsividade e o risco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Ausência de rede de apoio ou de qualquer fator de proteção identificável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Suicídio — Módulo 4.9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Perguntar diretamente sobre suicídio não aumenta o risco — é mito a ser desfeito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Pertencimento frustrado + fardo percebido + capacidade adquirida explicam o desejo e o risco de ação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C-SSRS, BSI e SAD PERSONS estruturam a avaliação com dado, não só impressão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Segurança estruturado substitui o "contrato de não-suicídio" — e ativação de rede aqui não é exceção, é parte do protocolo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fecha o Bloco 4. Pratique com supervisão antes de conduzir avaliações de risco sozinho.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de Suicídio — Módulo 4.9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Ideação Suicida e Risco de Suicídio — Avaliação e Manejo Clínico</dc:title>
  <dc:subject>PptxGenJS Presentation</dc:subject>
  <dc:creator>Dioclides</dc:creator>
  <cp:lastModifiedBy>Dioclides</cp:lastModifiedBy>
  <cp:revision>1</cp:revision>
  <dcterms:created xsi:type="dcterms:W3CDTF">2026-07-10T00:36:17Z</dcterms:created>
  <dcterms:modified xsi:type="dcterms:W3CDTF">2026-07-10T00:36:17Z</dcterms:modified>
</cp:coreProperties>
</file>