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5.3 · BLOCO 5 · INTEGRAÇÃO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Ética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Neuro-hype, os limites da ciência atual, e comunicação responsável com pacientes e nas redes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Neuro-hype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do neuro-hype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simplificação vira distorção, e por que isso importa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limites reais da ciência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neurociência ainda não explica com certeza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com pacientes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Corrigindo informação errada sem quebrar a aliança terapêutica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nas redes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cuidado, com uma audiência maior e mais exposta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caso real de correção cuidadosa de informação equivocada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vez que você simplifica demais um mecanismo neurobiológico pra deixá-lo mais vendável, paga um preço invisível: a confiança do paciente na próxima vez que a ciência real for mais complicada que isso.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fecha o Bloco 5 revisitando, com espírito crítico, toda a linguagem neurocientífica usada ao longo do curso — e como comunicá-la com responsabilidade.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formas comuns de neuro-hype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Simplificação excessiva: reduzir um mecanismo complexo a uma frase de efeito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Causalidade onde há só correlação: "isso causa" quando o estudo mostra apenas associação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de estudo único: tratar um achado isolado como verdade estabelecida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 de resultado garantido: prometer o que nenhum mecanismo biológico garante sozinho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padrões aparecem com frequência em conteúdo popular sobre neurociência — inclusive em materiais bem-intencionados.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Reconhecê-los na fonte é o primeiro passo antes de comunicar qualquer conteúdo neurocientífico a um paciente ou ao público.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pesquisa à sessão: onde a simplificação vira distorção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científico publicado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suas limitações, amostra específica e nível de evidência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Simplificação necessária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tornar o achado acessível a quem não é da área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virada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simplificação começa a distorcer o que o estudo realmente mostrou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responsável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 a essência sem prometer o que a ciência ainda não garante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evitar simplificar — é notar exatamente o ponto em que a simplificação deixa de ser honesta.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neuro-hype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Neuro-determinismo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toda a experiência humana à biologia, ignorando contexto e história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Promessa de cura simples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Contornar a complexidade real do tratamento com uma solução biológica única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Jargão para parecer autoridade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técnica usada pra impressionar, não pra esclarecer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tipos compartilham a mesma raiz: usar a autoridade da ciência pra afirmar mais do que ela, de fato, sustenta.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comunicação irresponsável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específico prometido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num mecanismo neurobiológico isolado, ignorando outros fatores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técnico sem explicação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pra parecer mais autoritativo, não pra esclarecer o paciente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isolado generalizado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como verdade estabelecida, sem menção a réplicas ou limites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Incertezas da pesquisa ignoradas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ciência ainda não sabe é omitido, não apenas simplificado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Níveis de simplificação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Simplificação responsável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complexidade, mas mantém a precisão do mecanismo central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Neuro-hype leve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Exagera a confiança nos achados, sem chegar a prometer resultado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Neuro-hype grave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Promessas enganosas com risco real de prejuízo ao paciente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filtros antes de comunicar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científica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está de fato estabelecido pela ciência atual?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achado consolidado de hipótese ainda em investigação.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fiel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simplificação ainda é fiel ao mecanismo real?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não deveria significar distorcer o que está sendo explicado.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Expectativa gerada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comunicação pode gerar expectativa irreal no paciente?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final: o que essa frase promete, implícita ou explicitamente?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Comunicando com responsabilidade: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científica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comunicar, confirme o que está de fato estabelecido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sem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distorcer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Reduza complexidade mantendo o mecanismo central intacto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explicitamente o que a ciência ainda não sabe com certeza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promessa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resultado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mecanismo biológico garante um resultado específico sozinho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valem tanto para uma conversa em sessão quanto para um post nas redes sociais.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a base científica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repetir uma informação, pergunte-se de onde ela veio e com que nível de evidência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Desconfie especialmente de afirmações muito específicas e muito confiantes ao mesmo tempo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Simplificar sem distorcer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terapia ajuda a fortalecer conexões cerebrais associadas a esse padrão — não existe um prazo garantido, mas a mudança biológica é real e mensurável.”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Simplifique a linguagem, não o mecanismo — o exemplo acima simplifica sem prometer um resultado específico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Nomear as incertezas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explicitamente quando um achado ainda é preliminar ou específico de um contexto de pesquisa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fortalece, e não enfraquece, a credibilidade da comunicação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 promessa de resultado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vincule um mecanismo neurobiológico a um prazo ou resultado específico garantido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Substitua promessas por expectativas realistas, baseadas em evidência disponível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chega à sessão entusiasmado com um vídeo viral que viu nas redes: "vi que fazer esse exercício de respiração por 21 dias reprograma completamente a amígdala e cura a ansiedade permanentemente". Ele pergunta diretamente à terapeuta se isso é verdade e se deveria parar outras estratégias por causa disso.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desse relato são neuro-hype, segundo os padrões vistos nesse módulo?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corrigiria a informação sem invalidar o entusiasmo do paciente com a própria terapia?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parte da explicação sobre amígdala e ansiedade (Módulo 1.1) pode ser usada de forma responsável aqui?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interrompe tratamento eficaz com base em informação de neuro-hype: priorizar correção imediata e cuidadosa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limites éticos de comunicação em conteúdo próprio: revisar código de ética profissional antes de publicar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comunicação pública com risco de dano coletivo: buscar orientação do conselho de classe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sobre nível de evidência de um achado específico: preferir cautela e checagem antes de repetir a informação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Neuro-hype se manifesta em simplificação excessiva, causalidade indevida, generalização de estudo único e promessas de resultado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Neuro-determinismo, promessa de cura simples e jargão para autoridade são os 3 tipos mais comuns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científica, fidelidade do mecanismo e expectativa gerada são os 3 filtros antes de qualquer comunicação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não deveria significar distorcer — o mecanismo central precisa se manter intacto mesmo em linguagem acessível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5.3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Comunicação da Neurociência — Módulo 5.3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Ética e Comunicação Responsável da Neurociência — Neuro-hype e os Limites da Ciência</dc:title>
  <dc:subject>PptxGenJS Presentation</dc:subject>
  <dc:creator>Dioclides</dc:creator>
  <cp:lastModifiedBy>Dioclides</cp:lastModifiedBy>
  <cp:revision>1</cp:revision>
  <dcterms:created xsi:type="dcterms:W3CDTF">2026-07-10T14:57:24Z</dcterms:created>
  <dcterms:modified xsi:type="dcterms:W3CDTF">2026-07-10T14:57:24Z</dcterms:modified>
</cp:coreProperties>
</file>