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5.2 · BLOCO 5 · INTEGRAÇÃO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Neurociência da Decisão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cognitivos e custo de indecisão, aplicados à orientação de carreira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cérebro que decide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decisões importantes são tão difíceis de tomar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Vieses cognitivos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padrões de erro mais comuns em decisão de carreira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da indecisão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invisível quando alguém não decide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aplicado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conduzir uma conversa de orientação com essa 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de indecisão de carreira, passo a passo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circuitos que explicam por que um paciente evita um assunto na terapia explicam por que ele adia, há anos, uma decisão de carreira.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aplica os princípios do Bloco 1 (mecanismo) e do Bloco 4 (protocolo) a um contexto novo: orientação profissional, sua fronteira diferenciada além da clínica tradicional.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no cérebro diante de uma decisão difícil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9501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pré-frontal: pesa custos e cenários futuros possíveis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límbico: gera a ansiedade do risco de errar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Recompensa: prefere o alívio imediato ao ganho futuro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Ínsula: sinaliza o desconforto da incerteza prolongada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Adiar uma decisão reduz a ansiedade no curto prazo — isso reforça neurologicamente a própria indecisão, criando um ciclo difícil de quebrar sozinho.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carreira ativam os mesmos circuitos de ameaça que decisões de sobrevivência, mesmo quando o risco real é baixo.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vieses cognitivos mais comuns em decisão de carreira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do status quo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a opção conhecida, mesmo insatisfatória, à mudança incerta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Aversão à perda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Supervalorizar o que se perderia ao mudar, subestimando o que se ganharia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de confirmação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apenas informações que confirmem a decisão que já se inclina a tomar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vieses não são falha de caráter — são atalhos cognitivos universais, mais visíveis sob alta incerteza e alta carga emocional.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indecisão crônica se instala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importante surge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oportunidade, insatisfação crescente ou prazo se aproximando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 antecipatória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límbico sinaliza risco diante da incerteza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Adiamento traz alívio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decidir reduz a ansiedade no momento, reforçando o padrão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se acumula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fundo, e é revisitado só quando a pressão externa aumenta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alívio do adiamento é o mesmo mecanismo neurobiológico que sustenta a esquiva em quadros de ansiedade — visto no Módulo 4.1.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custo da indecisão já é alto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revisitando a mesma dúvida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avanço real, apenas repetição do mesmo raciocínio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infinita por mais informação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Adiando a decisão sob a justificativa de "ainda não tenho dados suficientes"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Insatisfação crescente ignorada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claros de descontentamento tratados como "normais" ou temporários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terceirizada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que um evento externo decida no lugar da pessoa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Indecisão pontual x indecisão crônica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Indecisão pontual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a uma escolha específica, resolvida com mais informação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Indecisão recorrente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que se repete em diferentes decisões de vida ao longo do tempo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Indecisão paralisante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sofrimento significativo e prejuízo funcional, exigindo suporte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para mapear o custo da indecisão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esperar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perde, concretamente, a cada mês adiado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o custo abstrato em algo tangível e mensurável.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de futuro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pessoa avaliaria, daqui a 5 anos, ter adiado essa decisão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o foco do medo imediato para a perspectiva de longo prazo.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reversível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essa escolha é, de fato, definitiva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decisões de carreira são mais reversíveis do que parecem sob ansiedade.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Conduzindo a conversa: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em 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a pessoa a reconhecer qual padrão está sustentando a indecisão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 custo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 3 perguntas para transformar custo abstrato em concreto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da escolha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a decisão do medo de errar de forma definitiva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próximo passo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Pequeno, concreto e com prazo, não a decisão inteira de uma vez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eliminar a incerteza — é reduzir seu peso o suficiente para que a decisão volte a ser possível.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Nomear o viés em 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“Percebo que você já considerou essa mudança várias vezes, mas sempre volta pra opção atual — o que te puxa de volta, na prática?”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viés (status quo, aversão à perda, confirmação) sem julgamento reduz sua força automática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Tornar o custo visível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as 3 perguntas do slide 9 de forma concreta ao caso específico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abstrações — peça números, prazos e exemplos reais sempre que possível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Reduzir a ansiedade da escolha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 quanto a decisão é de fato reversível — isso costuma reduzir a ansiedade percebida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"decidir" de "garantir que vai dar certo", que não é possível para nenhuma escolha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Estruturar um próximo passo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seria o menor passo possível, com prazo definido, que já te tira dessa mesma dúvida repetida?”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curtos e passos pequenos quebram o ciclo de adiamento mais eficazmente que decidir tudo de uma vez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Carlos, 41 anos, engenheiro, relata insatisfação com a carreira atual há mais de 3 anos. Considerou por diversas vezes migrar para uma área que o atrai mais, mas sempre reconsidera: "e se eu não conseguir me recolocar depois? Melhor esperar mais um pouco, juntar mais informação antes de decidir". Enquanto isso, descreve estar cada vez mais desmotivado e ansioso no trabalho atual.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viés cognitivo parece estar mais presente no discurso de Carlos?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tornaria o custo da indecisão de Carlos mais concreto e visível?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pequeno próximo passo, com prazo, poderia ser proposto nessa conversa?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Indecisão paralisante causando sofrimento clínico significativo: investigar comorbidade com ansiedade (Módulo 4.1)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indecisão recorrente em múltiplas áreas da vida: considerar formulação de caso mais ampla (Módulo 5.1)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instrumento formal de orientação profissional: indicar avaliação especializada, além do escopo deste módulo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Insatisfação profissional associada a sinais de esgotamento: revisar critérios do Módulo 4.3 (Burnout)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carreira ativam os mesmos circuitos de ameaça de decisões de sobrevivência, mesmo com risco real baixo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quo, aversão à perda e confirmação são os 3 vieses mais comuns em decisão de carreira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 custo da indecisão concreto e visível reduz seu peso emocional automático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próximos passos com prazo definido quebram o ciclo de adiamento melhor que decidir tudo de uma vez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Neurociência da Decisão Aplicada à Carreira — Módulo 5.2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Neurociência da Decisão Aplicada à Carreira — Vieses e Custo de Indecisão</dc:title>
  <dc:subject>PptxGenJS Presentation</dc:subject>
  <dc:creator>Dioclides</dc:creator>
  <cp:lastModifiedBy>Dioclides</cp:lastModifiedBy>
  <cp:revision>1</cp:revision>
  <dcterms:created xsi:type="dcterms:W3CDTF">2026-07-10T14:56:31Z</dcterms:created>
  <dcterms:modified xsi:type="dcterms:W3CDTF">2026-07-10T14:56:31Z</dcterms:modified>
</cp:coreProperties>
</file>