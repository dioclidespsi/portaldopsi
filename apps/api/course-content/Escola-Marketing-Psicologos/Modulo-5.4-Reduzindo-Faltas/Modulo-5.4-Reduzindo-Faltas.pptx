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5.4 · BLOCO 5 · VENDAS E PRIMEIRA SESSÃO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Reduzindo Faltas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lembretes e comunicação que diminuem faltas sem parecer rígido demais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acontecem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faltas acontecem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razões mais comuns, além de "esquecimento"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Políticas claras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comunicar regras sem soar rígido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Lembretes que funcionam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e formato certos pra reduzir esquecimento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política atual não está funcionando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uma política do zero pra um consultório novo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falta não avisada custa duas vezes — o tempo perdido na agenda e a energia gasta decidindo se vale a pena cobrar por isso.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encerra o Bloco 5 com uma ferramenta prática: como estruturar políticas e lembretes que reduzem faltas sem prejudicar a relação com o paciente.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que reduzem faltas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clara comunicada antes da primeira sessão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automático com antecedência adequada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real de remarcar quando necessário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combinada, aplicada com consistência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faltas não vem de má-fé — vem de esquecimento genuíno, que lembrete automático resolve na maior parte dos casos.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 na aplicação da política é tão importante quanto a política em si — exceções constantes a tornam inútil.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agendamento à presença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Agendamento confirmado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marcada, com política já comunicada antes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Lembrete enviado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antecedência suficiente pra reorganizar a agenda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Facilidade de remarcar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caminho simples se um imprevisto real acontecer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Comparecimento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falta comunicada com antecedência, dentro da política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elo reduz uma causa diferente de falta — esquecimento, imprevisto genuíno, ou simplesmente ausência de aviso.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política de cancelamento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política definida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falta é tratada de forma diferente, sem critério claro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rígida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exceção nenhuma, mesmo diante de imprevisto genuíno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clara e humana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definidas, com espaço razoável pra imprevisto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política clara e humana é a que sustenta relação de longo prazo sem abrir mão de proteger a agenda do profissional.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a política precisa de ajuste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recorrente de faltas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tipo de situação se repetindo com frequência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Constrangimento ao cobrar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perceptível ao aplicar a consequência combinada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lembrete configurado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qualquer aviso automático antes da sessão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nunca comunicada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que só aparecem depois que a falta já aconteceu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abordagens de política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política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caso a caso, sem previsibilidade pra nenhum dos lados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Rígida demais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sempre, mesmo em situações claramente excepcionais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Clara e humana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definida, comunicada, com bom senso em casos reais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ferramentas que reduzem faltas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Lembrete automático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ou notificação de app, 24 a 48h antes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 maior parte das faltas por esquecimento genuíno.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escrita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explicadas já na primeira sessão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surpresa e desconforto quando a situação surgir de fato.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cancelamento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definido pra cancelar sem consequência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previsibilidade pros dois lados da relação.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Estruturando sua política: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clara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cancelamento e consequência, por escrito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já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primeira sessão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que qualquer falta aconteça, não depois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lembretes automáticos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maior causa de falta: o esquecimento genuíno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exceção arbitrária, preservando o respeito à regra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passos, feitos uma vez, reduzem a maior parte das faltas sem exigir gestão caso a caso constante.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uma política clara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um prazo de cancelamento razoável (24h é comum) e uma consequência específica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isso de forma simples, sem jargão jurídico desnecessário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Comunicar na primeira sessão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“Só pra alinhar: se precisar cancelar, é só avisar com 24h de antecedência, combinado?”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antes evita que a política pareça punitiva quando aplicada depois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lembretes automáticos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recursos do próprio aplicativo de agenda ou uma mensagem simples programada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 48h antes costuma ser o intervalo mais eficaz pra reorganizar compromissos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com consistência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bom senso em situações claramente excepcionais, mas mantenha a regra na maioria dos casos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 constante enfraquece a política até ela deixar de funcionar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recém-formada nunca definiu uma política de cancelamento formal. Ela decide caso a caso se cobra ou não por faltas, o que já gerou alguns momentos constrangedores com pacientes que acharam a decisão injusta em comparação a outro caso anterior. Ela também não usa nenhum lembrete automático.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tipo de política (slide 6) ela está praticando hoje, mesmo sem perceber?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passo do protocolo resolveria diretamente o problema da comparação entre pacientes?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Esboce uma política simples, com prazo e consequência, pra esse consultório.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técnica em configurar lembretes automáticos: buscar tutorial da ferramenta de agenda utilizada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faltas muito acima do esperado, mesmo com política clara: investigar se há um problema mais amplo no funil (Módulo 4.1)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emocional recorrente ao aplicar a política: revisar com base no Módulo 5.2, sobre comunicação de valor sem desconforto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jurídica sobre cobrança formal por falta não avisada: consultar orientação de um profissional contábil ou jurídico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faltas vem de esquecimento genuíno, não de má-fé — lembrete automático resolve boa parte disso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clara e humana, com prazo definido e espaço pra imprevisto real, sustenta relação de longo prazo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a política antes de qualquer falta acontecer evita que ela pareça punitiva quando aplicada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encerra o Bloco 5 — do primeiro contato acolhedor à agenda protegida contra faltas evitáveis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5 completo. Próximo: exercícios práticos e avaliação do Módulo 5.4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Reduzindo Faltas — Módulo 5.4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Reduzindo Faltas — Políticas e Lembretes que Funcionam</dc:title>
  <dc:subject>PptxGenJS Presentation</dc:subject>
  <dc:creator>Dioclides</dc:creator>
  <cp:lastModifiedBy>Dioclides</cp:lastModifiedBy>
  <cp:revision>1</cp:revision>
  <dcterms:created xsi:type="dcterms:W3CDTF">2026-07-10T20:23:54Z</dcterms:created>
  <dcterms:modified xsi:type="dcterms:W3CDTF">2026-07-10T20:23:54Z</dcterms:modified>
</cp:coreProperties>
</file>