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2.1 · BLOCO 2 · ÉTICA NA PUBLICIDADE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Você Pode Divulgar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CFP nº 03/2007 e Nota Técnica CFP nº 01/2022, na prática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Proibido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cinzenta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legal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3 fontes que sustentam tudo neste módulo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permitido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quem você é e como atende, com clareza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proibido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linhas que a divulgação profissional não pode cruzar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Zonas de risco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maioria dos deslizes realmente acontece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prática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perguntas pra rodar antes de publicar qualquer coisa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Divulgar seu trabalho como psicólogo não é proibido — proibido é prometer o que a psicoterapia não garante, e isso muda completamente o que você pode escrever numa legenda.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é a base de toda a Escola de Marketing: antes de pensar em conteúdo, anúncio ou funil, você precisa saber exatamente onde está a linha.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pilares da publicidade profissional permitida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obrigatória: nome completo, psicólogo(a) e CRP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Veracidade: nada de exagero ou promessa sobre resultado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 e dignidade: nenhuma exposição de paciente ou caso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comparação: nenhuma autopromoção às custas de colega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pilares resumem, na prática, o Capítulo II da Resolução CFP nº 03/2007 (Da Publicidade Profissional).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Nota Técnica CFP nº 01/2022 detalha como aplicar esses mesmos pilares especificamente em redes sociais.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texto ao problema ético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Ideia de conteúdo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Nasce de uma vontade genuína de ajudar ou se posicionar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do texto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linguagem começa a ganhar forma e emoção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 de virada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linguagem passa a prometer, expor ou comparar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Versão final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da Resolução, sem perder força de comunicação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deslizes éticos não nasce de má intenção — nasce de um texto que, no calor da escrita, avança um passo além do que deveria.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zonas da divulgação profissional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Permitido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Informar formação, especialidade e forma de atendimento com clareza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Zona de risco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emocional forte, sem cruzar para promessa explícita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Proibido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de paciente, promessa de resultado, comparação direta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zona de risco é onde a maioria dos psicólogos escorrega — não por má-fé, mas por não ter esse mapa claro.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um texto pode estar infringindo a norma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Promessa de resultado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"Garanta a cura", "resolva definitivamente" — previsão taxativa de resultado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identificável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paciente real, mesmo com consentimento expresso da pessoa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"Antes e depois"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 ou imagem que banaliza uma condição singular e complexa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colega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Autopromoção às custas de outro profissional, direta ou indireta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frases, lado a lado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Frase permitida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"Atendo ansiedade e questões de carreira, com abordagem cognitivo-comportamental."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Frase de risco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"Você não precisa mais sofrer com ansiedade." — emocional, mas sem promessa explícita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Frase proibida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"Fulana curou sua ansiedade em 3 sessões comigo." — depoimento + promessa combinados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fontes que sustentam este módulo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CEPP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Ética, Art. 2º, alínea 'q'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 expor diagnóstico, procedimento ou resultado de forma a identificar alguém.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CFP 03/2007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CFP, Capítulo II — Publicidade Profissional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norma central que rege toda divulgação profissional do psicólogo.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NT 01/2022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 Técnica CFP sobre redes sociais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específicos pra publicidade em Instagram, TikTok e afins.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publicar: 4 perguntas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corretamente?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completo, "psicólogo(a)" e número do CRP presentes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Promete algo que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terapia não garante?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previsão taxativa de resultado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Expõe alguém,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indiretamente?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sem nome, um caso real reconhecível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compara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profissional?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Autopromoção às custas de colega, direta ou não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resposta pra qualquer uma dessas 4 perguntas for "sim", o texto precisa ser reescrito antes de publicar.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Identificação correta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completo, "psicólogo(a)" e número do CRP devem aparecer em toda peça publicitária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pra bio, posts fixos e rodapé de qualquer anúncio pago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Promessa de resultado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“Este texto garante que a pessoa vai se sentir melhor, ou apenas descreve o que você oferece?”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"resolve sua ansiedade" por "trabalho com estratégias pra ansiedade"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Exposição indireta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detalhes de caso real, mesmo sem citar nome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"antes e depois", mesmo de forma genérica ou hipotética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colega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Fale do seu diferencial sem mencionar a concorrência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Evite frases como "diferente da maioria dos psicólogos que..."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psicóloga posta nos stories: "Recebi essa mensagem de uma paciente hoje: 'depois de 3 meses com você, finalmente consigo dormir a noite toda!' — muito feliz em fazer parte dessa jornada 💙". O post tem alto engajamento, e ela pergunta se pode fixar como destaque permanente do perfil.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elementos desse post cruzam a linha da Resolução CFP e da Nota Técnica 01/2022?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reescrever esse conteúdo preservando o sentimento de gratidão, sem infringir a norma?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"mesmo com autorização da paciente" não resolve o problema ético aqui?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buscar orientação adicional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um caso específico de divulgação: consultar a Comissão de Orientação e Fiscalização do seu CRP regional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Campanha publicitária de maior porte (site, anúncio pago): revisar com um colega ou mentor antes de publicar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Situação de exposição pública não intencional: buscar orientação técnica do CRP imediatamente, antes de mais publicações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com agência ou terceiro pra criar conteúdo: garantir que a agência conhece as regras do CFP, não só as de marketing genérico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Divulgar seu trabalho é permitido — o problema está em prometer resultado, expor paciente ou comparar com colegas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peça publicitária deve identificar nome completo, "psicólogo(a)" e número do CRP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Depoimento, "antes e depois" e promessa de resultado são proibidos mesmo com consentimento do paciente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é a base: releia o checklist do Módulo 2.4 antes de publicar qualquer coisa daqui pra frente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2.1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Pode Divulgar — Módulo 2.1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 Que Você Pode Divulgar — Resolução CFP e Nota Técnica 01/2022</dc:title>
  <dc:subject>PptxGenJS Presentation</dc:subject>
  <dc:creator>Dioclides</dc:creator>
  <cp:lastModifiedBy>Dioclides</cp:lastModifiedBy>
  <cp:revision>1</cp:revision>
  <dcterms:created xsi:type="dcterms:W3CDTF">2026-07-10T16:33:14Z</dcterms:created>
  <dcterms:modified xsi:type="dcterms:W3CDTF">2026-07-10T16:33:14Z</dcterms:modified>
</cp:coreProperties>
</file>