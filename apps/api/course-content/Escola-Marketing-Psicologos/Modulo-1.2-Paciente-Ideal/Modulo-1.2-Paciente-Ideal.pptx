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1.2 · BLOCO 1 · POSICIONAMENTO E NICHO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Seu Paciente Ideal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processo estruturado pra sair de "atendo ansiedade e relacionamento" pra uma especialidade que se comunica numa frase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conceito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Dimensões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Marketing para Psicólogos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paciente ideal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sobre excluir — é sobre saber pra quem falar primeiro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4 dimensões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compõe uma persona realmente útil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Construindo a persona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fontes de informação pra dar nitidez ao perfil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que a persona ainda está vaga demais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prática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Construindo uma persona a partir de um caso real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Paciente Ideal — Módulo 1.2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Paciente ideal não é sobre excluir quem precisa de ajuda — é sobre saber exatamente pra quem sua comunicação deveria falar primeiro.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aprofunda o recorte definido no Módulo 1.1, transformando-o numa pessoa específica e reconhecível, não apenas uma categoria abstrata.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Paciente Ideal — Módulo 1.2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dimensões do paciente ideal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Demográfico: idade, contexto de vida, ocupação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principal: o que traz essa pessoa à terapia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de vida: o que está acontecendo agora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Objeção comum: o que hesita antes de agendar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dos psicólogos já domina bem a demanda principal, mas raramente pensa nas outras 3 dimensões com o mesmo cuidado.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objeção comum é a dimensão mais esquecida, e uma das mais úteis pra melhorar a comunicação e a conversão.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Paciente Ideal — Módulo 1.2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recorte vago à persona nítida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inicial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de partida definido no Módulo 1.1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Detalhar as 4 dimensões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Preenchendo cada uma com informação específica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Nomear a persona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um nome fictício, tornando o perfil mais concreto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Testar a comunicação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pensando nessa pessoa específica, não num público genérico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Nomear a persona pode parecer um detalhe pequeno, mas muda de forma real como a comunicação é escrita depois.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Paciente Ideal — Módulo 1.2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fontes de informação pra construir a persona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Pacientes reais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observados nos casos que você já atendeu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Conversas informais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pessoas do seu público-alvo dizem fora do consultório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Conteúdo que engaja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temas geram mais resposta no que você já publica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3 fontes juntas evitam que a persona seja construída só na imaginação, sem base em dados reais da sua prática.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Paciente Ideal — Módulo 1.2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de que a persona ainda está vaga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nome nem rosto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 ainda é uma categoria abstrata, não uma pessoa imaginada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Objeção desconhecida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não sabe dizer o que faz essa pessoa hesitar antes de agendar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 genérica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Poderia servir pra praticamente qualquer pessoa, sem especificidade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testada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comunicação ainda não foi ajustada com essa persona em mente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Paciente Ideal — Módulo 1.2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níveis de definição de persona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 vaga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"Pessoas com ansiedade" — sem contexto, idade ou momento de vida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 parcial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"Mulheres adultas com ansiedade" — mais específico, ainda incompleto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 nítida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"Marina, 34, executiva, ansiedade desde a promoção recente" — completa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Paciente Ideal — Módulo 1.2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perguntas que aprofundam a persona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Já tentou?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essa pessoa já tentou antes de buscar terapia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 o nível de urgência e as tentativas anteriores de solução.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teme?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ela teme que aconteça se não buscar ajuda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emocional real por trás da decisão de agendar ou não.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decide?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faria ela decidir agendar, finalmente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gatilho prático que sua comunicação pode ajudar a acionar.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Paciente Ideal — Módulo 1.2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Construindo sua persona: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Detalhar as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dimensões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Demográfico, demanda, momento de vida e objeção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um nome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fictício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Tornando a persona mais concreta e fácil de imaginar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um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típico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essa pessoa vive, pensa e sente no dia a dia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atual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Comparando com o que você já publica e comunica hoje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processo, feito uma vez com cuidado, orienta praticamente toda decisão de conteúdo dos próximos módulos.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Paciente Ideal — Módulo 1.2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Detalhar as 4 dimensões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Preencha cada dimensão do slide 4 com informação específica, não genérica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 3 fontes do slide 6 pra sustentar cada resposta com base real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 um nome fictício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 essa pessoa tivesse um nome, quem ela seria? Consigo imaginar o rosto dela?”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nome simples já muda a forma como você escreve pensando nela depois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Paciente Ideal — Módulo 1.2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Escrever um dia típico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Descreva, em poucas linhas, como essa pessoa vive um dia comum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ajuda a encontrar temas de conteúdo que realmente conectam com a rotina dela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Revisar a comunicação atual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Releia sua bio e últimos posts pensando: "isso fala com essa pessoa específica?"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o que ainda soa genérico demais pra essa persona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Paciente Ideal — Módulo 1.2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psicólogo já definiu, no Módulo 1.1, que atende "homens de 30 a 45 anos com ansiedade relacionada ao trabalho". Agora ele precisa detalhar essa persona, mas trava justamente nas dimensões de momento de vida e objeção comum — ele não sabe dizer, com clareza, o que hesita nesses homens antes de agendarem a primeira sessão.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as 3 fontes do slide 6, como ele poderia investigar a objeção comum desses pacientes?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pergunta do slide 9 seria mais útil pra explorar o momento de vida dessa persona?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Dê um nome fictício a essa persona e descreva, em 2 frases, um dia típico dela.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Paciente Ideal — Módulo 1.2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buscar ajuda especializada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persistente em nomear a objeção comum: revisar diretamente com pacientes reais, perguntando sobre a decisão de buscar ajuda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personas parecendo igualmente relevantes: escolher uma pra testar primeiro, revisitando o Módulo 1.1 se necessário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bem definida, mas comunicação ainda genérica: aplicar diretamente os formatos do Bloco 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pacientes muito pequena pra identificar padrão: usar as conversas informais e o conteúdo que engaja como fontes complementares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Paciente Ideal — Módulo 1.2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ideal não exclui quem precisa de ajuda — orienta pra quem a comunicação deveria falar primeiro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Demográfico, demanda principal, momento de vida e objeção comum são as 4 dimensões da persona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reais, conversas informais e conteúdo que engaja sustentam a persona com base real, não só imaginação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Nomear a persona e escrever um dia típico tornam o processo concreto o suficiente pra orientar decisões de conteúdo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1.2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Paciente Ideal — Módulo 1.2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Seu Paciente Ideal — Da Especialidade Vaga à Persona Nítida</dc:title>
  <dc:subject>PptxGenJS Presentation</dc:subject>
  <dc:creator>Dioclides</dc:creator>
  <cp:lastModifiedBy>Dioclides</cp:lastModifiedBy>
  <cp:revision>1</cp:revision>
  <dcterms:created xsi:type="dcterms:W3CDTF">2026-07-10T19:57:20Z</dcterms:created>
  <dcterms:modified xsi:type="dcterms:W3CDTF">2026-07-10T19:57:20Z</dcterms:modified>
</cp:coreProperties>
</file>