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 · BLOCO 4 · AQUISIÇÃO DE PACIENTES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do Paciente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Mapeando as etapas reais entre "nunca ouviu falar de você" e "primeira sessão agendada"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estágios do funil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desconhecido a paciente, com nome pra cada etapa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por estágio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atrai é diferente do que converte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funil vaza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pessoas estão se perdendo pelo caminho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certas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 cada estágio, sem virar analista de dados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Diagnosticando o funil de um caso real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agenda uma sessão no primeiro contato com seu conteúdo — existe uma distância real entre "ver seu post" e "marcar uma consulta", e conhecer essa distância é o que separa quem enche a agenda de quem só acumula curtidas.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abre o Bloco 4 mapeando essa distância inteira, estágio por estágio, pra você saber exatamente onde investir energia.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estágios do funil do paciente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Desconhecido: nunca ouviu falar do seu trabalho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Interessado: viu conteúdo seu e achou relevante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Considerando: pesquisa, compara e ainda hesita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Paciente: agendou e compareceu à primeira sessão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psicólogos investe quase toda energia no primeiro estágio (atrair desconhecidos) e quase nenhuma nos demais.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estágio exige um tipo de conteúdo e uma métrica diferente — misturar tudo é o erro mais comum.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primeiro contato ao agendamento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Descoberta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indicação de colega, ou busca no Google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o perfil, salva o conteúdo, lê mais posts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Consideração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mensagem, visita o site, tira dúvidas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a primeira sessão e comparece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seta desse funil representa uma decisão da pessoa — e cada decisão pode ser facilitada ou dificultada pelo que você comunica.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conteúdo por estágio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de topo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 desconhecidos — temas amplos, alta chance de compartilhamento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de meio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Nutre interessados — aprofunda, constrói confiança ao longo do tempo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de fundo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Convida quem já considera a dar o próximo passo, sem pressão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só conteúdo de topo é como abrir a porta da loja e nunca convidar ninguém a entrar.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o funil está vazando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curtidas, poucas mensagens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atrai, mas não converte interesse em contato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mensagens, poucos agendamentos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contato acontece, mas hesita antes de marcar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visitado sem ação clara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um próximo passo óbvio pra quem chega até a bio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difícil de encontrar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canal simples e visível pra dar o primeiro passo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posts, 3 estágios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de topo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sinais de que sua ansiedade pode ser mais que estresse comum"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de meio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funciona minha primeira sessão de avaliação"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de fundo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"Ainda com dúvida se vale a pena? Vamos conversar 15 minutos, sem custo"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métricas, uma por estágio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pessoas novas viram seu conteúdo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topo do funil — a porta de entrada.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Comentários, salvamentos e mensagens diretas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meio — o quanto o conteúdo gera confiança.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Agendamento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contatos viram sessão marcada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fundo — o que realmente enche a agenda.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Mapeando seu funil: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atual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conteúdo você já publica, e pra qual estágio ele serve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vazamento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queda de número é mais brusca entre estágios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conteúdo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estágio que falta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Geralmente meio ou fundo, os mais esquecidos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mensalmente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muda com o tempo — revisar é parte do processo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psicólogos só precisa desse diagnóstico simples pra descobrir por que a agenda não enche, mesmo com bom conteúdo.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Mapear o funil atual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os últimos 15 posts e classifique cada um: topo, meio ou fundo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perfis descobre que 90% do conteúdo é só de topo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o maior vazamento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“Entre curtida e mensagem, e entre mensagem e agendamento, onde a queda é mais brusca?”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vazamento mais comum é entre "interessado" e "considerando" — falta conteúdo de meio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conteúdo pro estágio que falta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falta meio, explique melhor como funciona seu atendimento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falta fundo, crie um convite claro e de baixo risco pro próximo passo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e ajustar mensalmente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15 minutos por mês pra revisar as 3 métricas do slide 9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ajustes mensais valem mais que uma reformulação completa ocasional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tem 8 mil seguidores e posts com bom engajamento, mas atende apenas 4 pacientes por semana e sente que precisa "postar mais" pra crescer. Ao revisar o perfil, quase todo o conteúdo explica conceitos gerais de psicologia, sem nenhuma menção a como funciona o atendimento dela ou como marcar uma consulta.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estágio do funil essa psicóloga está investindo quase toda a energia?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conteúdo (slide 6) está mais ausente no perfil dela?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próximo passo você recomendaria, com base nos 4 passos do protocolo?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mapeado, mas resultado ainda não melhora após ajustes: considerar consultoria de marketing específica pra saúde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mensagens maior do que dá conta de responder: avaliar automação ou apoio administrativo (Bloco 6)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em investir em anúncios pagos: seguir para o Módulo 4.4, dentro dos limites éticos do Bloco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funcionando bem, mas agenda no limite: revisar precificação e escala, temas do Bloco 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tem 4 estágios: desconhecido, interessado, considerando e paciente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de topo, meio e fundo servem propósitos diferentes — publicar só um tipo deixa o funil incompleto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engajamento e agendamento são as 3 métricas certas, uma por estágio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 funil atual e identificar o maior vazamento resolve a maioria dos casos de "agenda vazia apesar do bom conteúdo"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do Paciente — Módulo 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Funil do Paciente — De Desconhecido a Primeira Sessão</dc:title>
  <dc:subject>PptxGenJS Presentation</dc:subject>
  <dc:creator>Dioclides</dc:creator>
  <cp:lastModifiedBy>Dioclides</cp:lastModifiedBy>
  <cp:revision>1</cp:revision>
  <dcterms:created xsi:type="dcterms:W3CDTF">2026-07-10T16:49:46Z</dcterms:created>
  <dcterms:modified xsi:type="dcterms:W3CDTF">2026-07-10T16:49:46Z</dcterms:modified>
</cp:coreProperties>
</file>