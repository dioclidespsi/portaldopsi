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2.3 · BLOCO 2 · ÉTICA NA PUBLICIDADE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Construindo Autoridade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linha entre educar o público e prometer o que a terapia não garante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linha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Marketing para Psicólogos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Autoridade legítima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realmente constrói confiança, sem depender de promessa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linha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educar termina e prometer começa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Linguagem que funciona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formas de comunicar competência com segurança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 de que a comunicação já cruzou a linha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Prática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Aplicando tudo isso a um caso real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 sem Prometer Cura — Módulo 2.3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Autoridade não vem de prometer resultado — vem de mostrar, com consistência, que você entende profundamente o problema que a pessoa está vivendo.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conecta o raciocínio dos Módulos 2.1 e 2.2 a uma pergunta prática: como parecer competente sem prometer nada que a terapia não garante?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 sem Prometer Cura — Módulo 2.3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pilares da autoridade legítima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demonstrado: explicar bem um conceito complexo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Consistência: aparecer regularmente, com qualidade constante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de método: dizer o que você faz, não o que promete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social ética: formação e experiência, não depoimento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desses 4 pilares depende de prometer resultado — todos se sustentam sozinhos, sem cruzar a linha ética.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 construída assim é mais lenta, mas também mais resistente: não depende de um caso de sucesso isolado.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 sem Prometer Cura — Módulo 2.3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conhecimento à autoridade percebida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Domínio real do tema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Formação, experiência e estudo contínuo genuínos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Comunicação clara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esse domínio de forma acessível, sem jargão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Reconhecimento do público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pessoas passam a associar você àquele tema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Confiança que converte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prometer nada além da sua própria competência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último elo é o que diferencia autoridade de hype: a confiança nasce da competência real, não de uma promessa sobre o futuro do paciente.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 sem Prometer Cura — Módulo 2.3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formas de construir autoridade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competência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Demonstrar domínio real de um tema, de forma clara e acessível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proximidade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 presente e consistente, criando familiaridade ao longo do tempo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resultado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Prometer ou insinuar o desfecho do tratamento — a única forma proibida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2 primeiras formas sustentam autoridade duradoura. A terceira é exatamente o que os Módulos 2.1 e 2.2 pedem pra evitar.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 sem Prometer Cura — Módulo 2.3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de que a comunicação cruzou a linha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Estatística de "sucesso"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sem base real, usados como argumento de venda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Testemunho reformulado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"Uma história genérica" que ainda funciona como depoimento disfarçado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Garantia implícita de prazo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"Em poucas sessões você vai..." — previsão de tempo pra resultado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de "taxa de sucesso"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 seu método acima de outros em termos de eficácia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 sem Prometer Cura — Módulo 2.3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frases, a mesma ideia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Permitida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"Eu explico como a ansiedade funciona no corpo, e como a terapia trabalha com isso."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Zona de risco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"Isso costuma ajudar muita gente a se sentir melhor rapidamente."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Proibida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"Isso vai resolver seu problema de ansiedade."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 sem Prometer Cura — Módulo 2.3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formas legítimas de mostrar autoridade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Formação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Especialização, cursos e formação continuada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Comunicada como fato verificável, não como promessa de resultado.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Conteúdo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 consistente sobre temas da sua área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Ensinar um conceito bem é a forma mais sólida de autoridade.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Transparência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Clareza sobre método e abordagem utilizados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Dizer como você trabalha, sem prometer o que esse trabalho vai gerar.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 sem Prometer Cura — Módulo 2.3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Comunicando autoridade: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um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pra explicar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tema da sua área que você domina de verdade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 com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clareza, sem jargão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acessível, sem perder precisão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Convidar à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reflexão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à conclusão — deixe a pessoa pensar, não prometa a resposta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Terminar com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convite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com uma promessa sobre o que vai acontecer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4 passos funcionam pra qualquer formato: post, vídeo curto, email ou legenda de story.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 sem Prometer Cura — Módulo 2.3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Escolher um conceito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um tema específico ao invés de um tema amplo demais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conceito bem explicado vale mais que dez dicas soltas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Comunicar com clareza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 eu explicasse isso pra alguém sem formação nenhuma, essa pessoa entenderia?”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Jargão técnico impressiona menos do que parece — e afasta quem mais precisa entender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 sem Prometer Cura — Módulo 2.3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Convidar à reflexão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 com uma pergunta ou reflexão, não com uma conclusão fechada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respeita a complexidade real de cada caso, sem generalizar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Terminar com convite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 isso faz sentido pra você, vamos conversar" — convite, não promessa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qualquer frase que sugira o que vai acontecer depois da conversa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 sem Prometer Cura — Módulo 2.3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psicólogo, animado com o crescimento do perfil, está preparando um post sobre TDAH em adultos. No rascunho, escreveu: "90% dos meus pacientes com TDAH relatam melhora significativa já nas primeiras semanas de acompanhamento." Ele pergunta se pode publicar assim, já que o número reflete sua experiência real.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sendo uma percepção genuína, por que esse número específico é arriscado de publicar?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pilar de autoridade legítima (slide 4) esse post poderia usar em vez da estatística?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reescrever o post mantendo a força da mensagem, sem prometer resultado?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 sem Prometer Cura — Módulo 2.3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buscar orientação adicional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 se um dado ou estatística pode ser usado: prefira não publicar até confirmar a fonte e a formulação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Pressão para "provar resultado" vinda de estratégia de marketing externa: revisar com base nos 4 pilares deste módulo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educativo sobre tema sensível ou pouco dominado: buscar mentoria de conteúdo antes de publicar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Insegurança recorrente sobre onde está a linha: revisitar os Módulos 2.1 e 2.2 antes de continuar produzindo conteúdo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 sem Prometer Cura — Módulo 2.3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 legítima nasce de competência demonstrada, consistência e transparência — não de promessa de resultado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3 formas de construir autoridade: por competência, por proximidade, e por resultado (a única proibida)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Estatística de sucesso, testemunho reformulado e garantia implícita de prazo são sinais de que a linha foi cruzada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4 passos — escolher, explicar com clareza, convidar à reflexão, terminar com convite — funcionam em qualquer formato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2.3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 sem Prometer Cura — Módulo 2.3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Autoridade sem Prometer Cura — Educar sem Prometer</dc:title>
  <dc:subject>PptxGenJS Presentation</dc:subject>
  <dc:creator>Dioclides</dc:creator>
  <cp:lastModifiedBy>Dioclides</cp:lastModifiedBy>
  <cp:revision>1</cp:revision>
  <dcterms:created xsi:type="dcterms:W3CDTF">2026-07-10T16:43:29Z</dcterms:created>
  <dcterms:modified xsi:type="dcterms:W3CDTF">2026-07-10T16:43:29Z</dcterms:modified>
</cp:coreProperties>
</file>