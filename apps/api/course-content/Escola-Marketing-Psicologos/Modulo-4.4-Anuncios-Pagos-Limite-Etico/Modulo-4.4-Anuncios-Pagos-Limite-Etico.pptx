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4.4 · BLOCO 4 · AQUISIÇÃO DE PACIENTES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Anúncios com Ética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permitido e o que é limite ao investir em Instagram e Google Ads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anunciar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investimento pago resolve que o orgânico não resolve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pago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mesmo erro pesa mais quando tem alcance comprado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específicos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observar além do checklist do Bloco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ética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montar uma campanha do início ao fim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Revisando uma campanha real antes de publicar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com Ética — Módulo 4.4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anúncio pago amplia o alcance de qualquer erro ético em segundos — o que passaria quase despercebido num post orgânico vira, com investimento, uma campanha inteira violando a Resolução CFP.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aplica tudo que você já viu no Bloco 2 a um contexto de maior risco: o anúncio pago, onde erro custa mais caro e se espalha mais rápido.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com Ética — Módulo 4.4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elementos além do checklist orgânico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responsável: sem explorar vulnerabilidade específica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Criativo revisado pelo checklist completo do Bloco 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destino condizente com o que o anúncio promete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sustentável: teste pequeno antes de escalar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 pago não cria novas regras éticas — ele aumenta a urgência de aplicar bem as que você já conhece.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próprias plataformas (Meta, Google) já restringem segmentação por condição de saúde sensível — mas isso não substitui o cuidado próprio do profissional.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com Ética — Módulo 4.4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orçamento ao agendamento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objetivo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Reconhecimento, contato ou remarketing — cada um com métrica própria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a peça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 imagem revisados pelo checklist completo do Bloco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pequeno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reduzido, pra validar antes de comprometer mais recurso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Escalar com revisão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investimento só no que já provou funcionar dentro da ética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Pular direto pro "testar grande" é o erro financeiro mais comum — e também o que mais amplia qualquer problema ético não percebido a tempo.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com Ética — Módulo 4.4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tipos de campanha permitidos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Reconhecimento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Educar e informar sobre um tema, sem foco imediato em conversão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Geração de contato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Convite claro a uma conversa inicial, sem pressão nem promessa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Remarketing responsável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Alcançar quem já visitou o perfil, sem insistência excessiva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tipos têm em comum a ausência de promessa de resultado — a diferença está só no estágio do funil que atendem.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com Ética — Módulo 4.4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o anúncio cruzou a linha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sensível explícita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Direcionar por condição de saúde específica de forma direta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 no criativo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garantia de resultado, ainda mais grave com alcance pago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Urgência artificial ampliada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"Últimas vagas" com investimento — o mesmo erro do Módulo 2.2, maior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destino inconsistente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anúncio promete uma coisa, e o link entrega outra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com Ética — Módulo 4.4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anúncios, o mesmo 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Anúncio permitido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"Entenda como a terapia pode ajudar com ansiedade. Saiba mais."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Anúncio de risco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"Cansado de sofrer com ansiedade? Isso pode mudar rápido."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Anúncio proibido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"Elimine sua ansiedade em 30 dias ou seu dinheiro de volta."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com Ética — Módulo 4.4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elementos de uma campanha ética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Segmentação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interesse geral, nunca por diagnóstico específico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 o limite que as próprias plataformas já sugerem.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 revisado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Passou pelo checklist completo do Módulo 2.4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processo do conteúdo orgânico, sem atalho.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condizente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completa e coerência com o anúncio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pessoa encontra deve bater com o que foi prometido.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com Ética — Módulo 4.4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Montando a campanha: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objetivo claro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Reconhecimento, contato ou remarketing — escolha um por vez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do Bloco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peça inteira, texto e imagem, antes de publicar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pequeno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 campanha antes de comprometer mais investimento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periódica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investimento só no que já provou funcionar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 evitam tanto o erro ético quanto o desperdício financeiro — os dois costumam andar juntos.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com Ética — Módulo 4.4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um objetivo claro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entre reconhecimento, geração de contato ou remarketing — não os três ao mesmo tempo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objetivo pede um texto e uma métrica de sucesso diferentes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Rodar o checklist do Bloco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“Esse anúncio, com alcance pago, ainda passa pelas 4 categorias do checklist do Módulo 2.4?”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identificação, veracidade, sigilo e comparação — nessa ordem, sem pular nenhuma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com Ética — Módulo 4.4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com orçamento pequeno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um valor que você aceitaria perder, sem comprometer o restante do mês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por período curto antes de julgar se a campanha funciona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Escalar com revisão periódica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Aumente investimento só no anúncio que já mostrou resultado consistente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a peça periodicamente — o que era ético no lançamento pode precisar de ajuste depois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com Ética — Módulo 4.4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psicólogo está lançando seu primeiro anúncio pago no Instagram. O rascunho diz: "Você não precisa mais viver ansioso. Clique e agende sua consulta hoje." Ele planeja segmentar o público por "pessoas com sintomas de ansiedade", uma opção que encontrou na plataforma de anúncios.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elementos desse anúncio falham no checklist do Bloco 2?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segmentar por "sintomas de ansiedade" é um problema, mesmo sendo uma opção disponível na plataforma?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Reescreva o anúncio e a segmentação de forma que passem pelos 4 passos do protocolo.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com Ética — Módulo 4.4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investimento maior (recorrente ou de grande volume): considerar um gestor de tráfego especializado em saúde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sobre configuração técnica da plataforma de anúncios: buscar tutorial oficial ou suporte da própria ferramenta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consistentemente abaixo do esperado após ajustes: revisar o funil completo (Módulo 4.1), não só o anúncio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Incerteza sobre um criativo específico: aplicar o checklist do Bloco 2 e, se a dúvida persistir, pedir revisão de colega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com Ética — Módulo 4.4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 pago não cria novas regras éticas — amplia a urgência de aplicar bem as que você já conhece do Bloco 2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Reconhecimento, geração de contato e remarketing responsável são os 3 tipos de campanha permitidos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por diagnóstico específico e promessa de resultado são os erros mais graves em anúncio pago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objetivo, rodar o checklist, testar pequeno e escalar com revisão evitam tanto erro ético quanto desperdício financeiro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4.4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com Ética — Módulo 4.4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Anúncios com Ética — Instagram e Google Ads Dentro do Limite</dc:title>
  <dc:subject>PptxGenJS Presentation</dc:subject>
  <dc:creator>Dioclides</dc:creator>
  <cp:lastModifiedBy>Dioclides</cp:lastModifiedBy>
  <cp:revision>1</cp:revision>
  <dcterms:created xsi:type="dcterms:W3CDTF">2026-07-10T19:00:36Z</dcterms:created>
  <dcterms:modified xsi:type="dcterms:W3CDTF">2026-07-10T19:00:36Z</dcterms:modified>
</cp:coreProperties>
</file>