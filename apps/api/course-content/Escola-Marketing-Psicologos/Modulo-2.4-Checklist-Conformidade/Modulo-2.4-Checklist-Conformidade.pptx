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2.4 · BLOCO 2 · ÉTICA NA PUBLICIDADE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Checklist Antes de Publicar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ferramenta de 2 minutos pra publicar com confiança, não com medo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checklist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evita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Marketing para Psicólogos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um checklist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não deveria depender de lembrar tudo de cabeça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checklist completo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perguntas organizadas por categoria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usar na prática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momentos certos pra rodar essa ferramenta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ele evita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de volta aos erros dos Módulos 2.1 a 2.3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real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Rodando o checklist num rascunho de verdade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Checklist Antes de Publicar — Módulo 2.4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Ética na publicidade não deveria depender de lembrar tudo de cabeça toda vez — deveria ser um checklist de 2 minutos que você roda antes de apertar publicar.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fecha o Bloco 2 transformando tudo que você viu nos Módulos 2.1, 2.2 e 2.3 numa ferramenta prática, pronta pra usar hoje mesmo.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Checklist Antes de Publicar — Módulo 2.4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categorias que o checklist cobre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Identificação: nome completo, psicólogo(a) e CRP presentes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Veracidade: nenhuma promessa de resultado ou prazo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Sigilo: nenhuma exposição de paciente, caso ou detalhe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Comparação: nenhuma autopromoção às custas de colega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Essas 4 categorias retomam diretamente os 4 pilares do Módulo 2.1 — o checklist é a versão aplicável do que você já aprendeu.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categoria vira, na prática, 2 a 3 perguntas objetivas de sim ou não.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Checklist Antes de Publicar — Módulo 2.4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rascunho ao publicado, em 4 verificações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Rascunho pronto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texto está escrito, mas ainda não foi revisado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Passagem pelo checklist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4 categorias, rodadas uma de cada vez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Ajustes finais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resposta "não" vira uma reescrita pontual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Publicação com confiança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 dúvida de "será que isso está certo?"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checklist não torna a escrita mais lenta — torna a publicação mais segura, o que no fim economiza tempo e ansiedade.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Checklist Antes de Publicar — Módulo 2.4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momentos pra usar o checklist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 emocional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post escrito logo após uma sessão marcante ou mensagem de paciente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Campanha paga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qualquer anúncio, onde o alcance e a visibilidade são maiores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Auditoria periódica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do próprio perfil a cada poucos meses, não só do que é novo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momentos cobrem tanto o conteúdo novo quanto o que já está publicado há mais tempo.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Checklist Antes de Publicar — Módulo 2.4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que você precisa rodar o checklist agora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Orgulho rápido demais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escreveu algo e já quer publicar, sem deixar esfriar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emocionante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Recebeu um feedback tocante de paciente e quer compartilhar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nova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lançando um anúncio pago que ainda não existia antes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sem revisão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faz mais de 3 meses que você não audita o próprio conteúdo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Checklist Antes de Publicar — Módulo 2.4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formas de lidar com ética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checklist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 só na memória — mais rápido, mas mais sujeito a erro no impulso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mental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Lembrar dos pontos principais, mas sem rigor consistente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documentado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fixa, sempre igual, rodada antes de qualquer publicação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Checklist Antes de Publicar — Módulo 2.4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checklist, por categoria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Identificação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completo, "psicólogo(a)" e CRP aparecem?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não, o texto não está pronto pra publicar, independente do resto.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Veracidade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promessa de resultado, prazo ou cura?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Troque qualquer garantia por descrição do que você oferece.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Sigilo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 detalhe pode identificar um paciente real?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sem nome — reveja qualquer história com base real.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Checklist Antes de Publicar — Módulo 2.4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Rodando o checklist: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o texto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voz alta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ouvido percebe exageros que o olho, sozinho, deixa passar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as 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do 2.1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Identifica, promete, expõe ou compara?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completo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4 categorias do slide 9, uma de cada vez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Aguardar 24h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for emocional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do Módulo 2.2, reaplicada aqui como hábito final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4 passos levam poucos minutos e reúnem tudo que os Módulos 2.1, 2.2 e 2.3 ensinaram separadamente.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Checklist Antes de Publicar — Módulo 2.4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Ler em voz alta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“Essa frase, ouvida em voz alta, ainda soa como uma descrição honesta, ou já parece um discurso de vendas?”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em voz alta revela ritmo e tom que a leitura silenciosa costuma esconder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Rodar as 4 perguntas do 2.1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você corretamente? Promete resultado? Expõe alguém? Se compara a colega?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"sim" indevido significa parar e reescrever antes de seguir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Checklist Antes de Publicar — Módulo 2.4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Aplicar o checklist completo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Percorra identificação, veracidade, sigilo e comparação, nessa ordem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cada categoria como resolvida antes de seguir pra próxima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Aguardar 24h se for emocional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especialmente pra conteúdo escrito logo após um momento marcante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Reler no dia seguinte, com a cabeça fria, é o teste final antes de publicar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Checklist Antes de Publicar — Módulo 2.4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psicóloga escreveu um rascunho de post: "Trabalho com casais há 8 anos e sei exatamente o que fazer pra salvar seu relacionamento, mesmo quando parece impossível." Ela está satisfeita com o texto e prestes a publicar.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as 4 categorias do checklist nesse texto. O que passa e o que falha?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elemento de identificação está faltando nesse rascunho?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Reescreva o texto de forma que ele passe pelo checklist completo.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Checklist Antes de Publicar — Módulo 2.4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o checklist sozinho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grande alcance (anúncio pago, site institucional): peça revisão de um colega além do checklist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sensível ou pouco dominado pelo profissional: busque mentoria de conteúdo antes de publicar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persistente mesmo após rodar o checklist: consulte a Comissão de Orientação do seu CRP regional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já publicado identificado durante a auditoria: siga o protocolo de correção do Módulo 2.2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Checklist Antes de Publicar — Módulo 2.4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checklist cobre 4 categorias: identificação, veracidade, sigilo e comparação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momentos certos pra usar: conteúdo emocional, campanha paga e auditoria periódica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em voz alta e aguardar 24h em conteúdo emocional são hábitos simples que evitam a maioria dos erros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encerra o Bloco 2 — a base ética que sustenta todos os demais blocos da Escola de Marketing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completo. Próximo: exercícios práticos e avaliação do Módulo 2.4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Checklist Antes de Publicar — Módulo 2.4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Checklist Antes de Publicar — Ferramenta Prática de Conformidade</dc:title>
  <dc:subject>PptxGenJS Presentation</dc:subject>
  <dc:creator>Dioclides</dc:creator>
  <cp:lastModifiedBy>Dioclides</cp:lastModifiedBy>
  <cp:revision>1</cp:revision>
  <dcterms:created xsi:type="dcterms:W3CDTF">2026-07-10T16:46:32Z</dcterms:created>
  <dcterms:modified xsi:type="dcterms:W3CDTF">2026-07-10T16:46:32Z</dcterms:modified>
</cp:coreProperties>
</file>