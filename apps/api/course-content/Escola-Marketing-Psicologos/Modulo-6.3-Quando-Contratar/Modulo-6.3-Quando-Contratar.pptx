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6.3 · BLOCO 6 · GESTÃO E ESCALA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Contratar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que chegou a hora de contratar apoio, outro psicólogo, ou formalizar uma clínica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passo grande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tipos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Marketing para Psicólogos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é um passo grande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de verdade quando você deixa de trabalhar sozinho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3 tipos de contratação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administrativo, parceria clínica, ou clínica formal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que é hora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indicadores de prontidão real, não só vontade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que ainda não é o momento certo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prática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Avaliando se um consultório está pronto pra contratar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Contratar — Módulo 6.3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Contratar cedo demais quebra o caixa. Contratar tarde demais quebra você — o segredo está em reconhecer o momento certo, não em ter pressa ou medo.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trata da decisão que expande a estrutura construída em todo o curso até aqui: do trabalho individual pra algo maior.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Contratar — Módulo 6.3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sinais de prontidão pra contratar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estável por vários meses seguidos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administrativas consumindo tempo clínico real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maior do que a capacidade individual atual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financeira suficiente pra sustentar o risco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sinal isolado é suficiente — a decisão fica mais segura quando vários desses sinais aparecem juntos.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reserva do Módulo 6.1 é exatamente o que sustenta esse risco sem comprometer a estabilidade pessoal.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Contratar — Módulo 6.3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sozinho ao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Sobrecarga percebida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sensação inicial de que algo precisa mudar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de sinais reais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Checar dados concretos, não apenas a sensação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 de contratar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em evidência, não em ansiedade do momento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Estruturação do papel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clara de função, antes de qualquer contratação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Pular direto da sobrecarga pra decisão, sem avaliar os sinais reais, é o erro mais comum nesse processo.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Contratar — Módulo 6.3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tipos de contratação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Apoio administrativo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Secretária ou assistente pra tarefas não clínicas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Outro psicólogo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ou associação com colega, dividindo demanda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Clínica formal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maior, com CNPJ e organização mais complexa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tipo resolve um problema diferente — contratar apoio administrativo não resolve excesso de demanda clínica, por exemplo.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Contratar — Módulo 6.3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que ainda não é hora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instável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 grande de mês pra mês, sem previsibilidade real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reserva construída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da reserva financeira vista no Módulo 6.1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por ansiedade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Motivada por desespero do momento, não por dado concreto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indefinido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clareza sobre o que exatamente a contratação faria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Contratar — Módulo 6.3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momentos de decisão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Cedo demais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receita nem demanda suficiente pra sustentar o custo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Momento certo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reais presentes, decisão sustentada por dados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Tarde demais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 já afetando qualidade de atendimento e saúde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Contratar — Módulo 6.3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perguntas antes de contratar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Sustenta 6 meses?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 receita sustenta esse custo mesmo em cenário ruim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queda de demanda, não apenas o melhor cenário.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tarefa exata?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tarefa específica essa contratação assumiria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vago tende a gerar frustração dos dois lados.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se não der certo?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Tenho clareza de como agir se a parceria não funcionar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nisso antes evita decisões difíceis sob pressão depois.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Contratar — Módulo 6.3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Decidindo contratar: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sinais de prontidão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dados reais, não apenas sensação de sobrecarga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claramente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exatamente a nova pessoa faria no dia a dia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financeiro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real, considerando cenários bons e ruins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contrato claro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entre colegas de confiança, por escrito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4 passos reduzem tanto o risco financeiro quanto o desgaste emocional de uma decisão mal estruturada.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Contratar — Módulo 6.3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 os 4 sinais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os últimos 6 meses de receita, não apenas o mês mais recente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se pelo menos 3 dos 4 sinais do slide 4 estão realmente presentes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o papel claramente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eu descrevesse essa vaga em 3 frases, o que exatamente essa pessoa faria no meu consultório?”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vago gera expectativa desalinhada e frustração precoce dos dois lados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Contratar — Módulo 6.3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Calcular o impacto financeiro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 o custo mesmo num cenário de queda de 20 a 30% na demanda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custo fixo já calculado no Módulo 6.1 como base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Formalizar com contrato claro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entre amigos ou colegas de confiança, um contrato evita desgaste futuro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expectativas, prazos e critérios de encerramento por escrito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Contratar — Módulo 6.3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psicóloga tem lista de espera crescente há 4 meses, receita estável nesse mesmo período, e já reservou o equivalente a 3 meses de custo fixo (Módulo 6.1). Ela está considerando convidar uma colega pra dividir o espaço e a demanda, mas ainda não conversou claramente sobre como seria essa parceria na prática.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dos 4 sinais de prontidão (slide 4) essa psicóloga já apresenta?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passo do protocolo ela ainda não deu, mesmo com os sinais presentes?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tipo de contratação (slide 6) parece mais adequado pra esse caso específico?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Contratar — Módulo 6.3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buscar ajuda especializada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sobre aspectos legais e trabalhistas da contratação: consultar um advogado especializado em relações de trabalho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 como clínica (CNPJ, sociedade): buscar apoio de um contador especializado em saúde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sobre estrutura de parceria entre psicólogos: consultar orientação do CRP regional sobre modelos possíveis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Insegurança recorrente mesmo com os sinais presentes: considerar conversar com outros profissionais que já passaram por essa decisão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Contratar — Módulo 6.3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 cedo demais quebra o caixa; contratar tarde demais quebra o profissional — o momento certo depende de sinais reais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administrativo, parceria com outro psicólogo e clínica formal resolvem problemas diferentes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estável, sobrecarga administrativa, demanda excedente e reserva financeira são os 4 sinais de prontidão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sinais, definir o papel, calcular impacto financeiro e formalizar por escrito reduzem o risco dessa decisão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6.3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Contratar — Módulo 6.3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Quando Contratar — Secretária, Sócio ou Clínica</dc:title>
  <dc:subject>PptxGenJS Presentation</dc:subject>
  <dc:creator>Dioclides</dc:creator>
  <cp:lastModifiedBy>Dioclides</cp:lastModifiedBy>
  <cp:revision>1</cp:revision>
  <dcterms:created xsi:type="dcterms:W3CDTF">2026-07-10T20:35:47Z</dcterms:created>
  <dcterms:modified xsi:type="dcterms:W3CDTF">2026-07-10T20:35:47Z</dcterms:modified>
</cp:coreProperties>
</file>