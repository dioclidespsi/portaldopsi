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5.2 · BLOCO 5 · VENDAS E PRIMEIRA SESSÃO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Comunicando Valor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falar de preço com naturalidade, sem se desculpar nem se justificar em excesso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desconforto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gera desconforto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motivo real por trás da dificuldade de falar de preço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raiz do desconforto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fontes comuns, além da falta de prática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Linguagem sem desconforto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elementos que sustentam uma fala segura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o desconforto ainda aparece na fala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Corrigindo uma fala de preço insegura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desconforto que você sente ao falar de preço quase sempre chega antes na voz do que na sua explicação — e o paciente nota, mesmo sem saber nomear o que sentiu.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aprofunda um ponto específico do Módulo 5.1: como comunicar o valor da sessão sem que a insegurança apareça na fala.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comunicação de valor segura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neutro e direto, sem pedir desculpas pelo valor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o valor entregue, não isolado da conversa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Silêncio após informar o preço, sem preencher com justificativa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genuína pra perguntas, sem se antecipar defensivamente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silêncio depois de informar o preço costuma ser o ponto mais difícil — o impulso de preencher esse espaço é o que mais sinaliza insegurança.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o preço ao processo já explicado (Módulo 5.1) evita que o valor pareça um número solto, sem contexto.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insegurança à naturalidade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Insegurança sobre o valor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pessoal sobre merecer cobrar aquele preço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Justificativa excessiva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Explicações demais, antes mesmo de qualquer pergunta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Desconforto percebido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paciente sente a insegurança, mesmo sem nomeá-la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 sobre o valor real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comunicação insegura contamina a percepção do serviço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cadeia se instala silenciosamente — a maioria dos psicólogos nem percebe que está justificando demais até parar pra observar.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fontes comuns de desconforto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colegas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 que cobra mais que profissionais que cobram menos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Medo de perder o paciente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Receio de que o valor afaste alguém que precisa de ajuda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Autoestima e valor profissional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separar o próprio valor pessoal do preço cobrado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fontes têm uma raiz comum: tratar o preço como um julgamento pessoal, não como uma decisão de negócio.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o desconforto aparece na fala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o valor rapidamente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sussurrando, como se quisesse passar por cima do assunto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 antes de ser perguntado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o preço mesmo sem ninguém ter questionado ainda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 desconto sem pedido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valor de forma espontânea, sem qualquer solicitação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desculpa pelo valor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frases como "desculpa, mas..." antes de informar o preço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formas de comunicar o mesmo preço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Insegura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"Ah, então... desculpa, mas a sessão fica em R$ X, mas a gente pode conversar sobre isso."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sessão é R$ X." — direto, mas sem qualquer conexão com o processo.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 base em tudo que conversamos, o valor da sessão é R$ X."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práticas que sustentam confiança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Ensaiar antes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 fala em voz alta antes de precisar usá-la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vez dizendo o valor não deveria ser durante o contato 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ao processo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o preço ao que já foi explicado sobre o trabalho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o valor pareça um número solto e desconectado.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Aceitar o silêncio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uma pausa depois de informar o valor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Silêncio não é problema — é espaço pra pessoa processar a informação.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Comunicando preço com segurança: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em voz alta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precisar usá-la numa conversa real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explicado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como parte natural da conversa, não um anexo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neutro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 desculpar nem minimizar o próprio valor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silêncio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preencher o espaço com justificativa excessiva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passos, praticados algumas vezes, tornam a comunicação de preço tão natural quanto qualquer outra parte da conversa inicial.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Praticar a fala em voz alta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o valor em voz alta, sozinho, várias vezes, até soar natural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e escute a si mesmo, se ajudar a identificar sinais de insegurança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ao processo explicado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 base em tudo que conversamos, o valor da sessão é R$ X.”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conexão evita que o preço pareça desconectado do que já foi dito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Comunicar com tom neutro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o valor no mesmo ritmo e volume do resto da conversa, sem baixar a voz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frases como "desculpa, mas" ou "infelizmente" antes do valor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Aceitar o silêncio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informar o valor, espere — não preencha o espaço com justificativa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pessoa tiver dúvida, ela vai perguntar; seu papel é responder, não antecipar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psicóloga, ao ser perguntada sobre o valor da sessão, respondeu: "Ah, é R$ 200... mas eu sei que pode parecer bastante, então se for difícil a gente pode pensar em outra coisa, tenho colegas que cobram menos também." Ela mesma percebeu, depois, que ofereceu um desconto implícito sem ninguém ter pedido.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de desconforto do slide 7 aparecem nessa fala?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a resposta seguindo os 4 elementos de comunicação segura do slide 4.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uma das 3 fontes de desconforto do slide 6 provavelmente está por trás dessa fala?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persistente mesmo após praticar a fala repetidamente: considerar isso como tema de supervisão ou processo terapêutico próprio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se o valor cobrado realmente reflete o trabalho entregue: revisar o Módulo 1.4, sobre preço e posicionamento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recorrente de oferecer desconto sem solicitação: mapear em que momentos específicos isso acontece, com apoio de um colega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relacionada à autoestima profissional de forma mais ampla: buscar apoio terapêutico ou de supervisão específica pra esse tema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desconforto ao falar de preço aparece na voz antes mesmo da explicação — e o paciente percebe isso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colegas, medo de perder o paciente e autoestima profissional são as 3 fontes mais comuns de desconforto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neutro, conexão com o processo, silêncio aceito e abertura genuína sustentam uma comunicação segura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 fala em voz alta antes de precisar usá-la é o passo mais simples que reduz a maior parte do desconforto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5.2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Valor — Módulo 5.2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Comunicando Valor — Preço sem Desconforto</dc:title>
  <dc:subject>PptxGenJS Presentation</dc:subject>
  <dc:creator>Dioclides</dc:creator>
  <cp:lastModifiedBy>Dioclides</cp:lastModifiedBy>
  <cp:revision>1</cp:revision>
  <dcterms:created xsi:type="dcterms:W3CDTF">2026-07-10T20:13:35Z</dcterms:created>
  <dcterms:modified xsi:type="dcterms:W3CDTF">2026-07-10T20:13:35Z</dcterms:modified>
</cp:coreProperties>
</file>