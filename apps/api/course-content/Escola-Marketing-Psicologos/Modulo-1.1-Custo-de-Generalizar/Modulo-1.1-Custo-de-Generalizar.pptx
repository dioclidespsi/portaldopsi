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1.1 · BLOCO 1 · POSICIONAMENTO E NICHO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de Generalizar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raciocínio por trás da especialização — e por que atender todo mundo atrapalha mais do que ajuda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mito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mito de "atendo tudo"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 frase parece segura, mas custa mais do que parece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invisível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formas como a generalização atrapalha, sem ser óbvio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especializar funciona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formas possíveis de recortar sua especialidade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generalização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saber se você ainda está no modo "atendo tudo"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Encontrando um recorte inicial de especialidade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"Atendo ansiedade, depressão, relacionamento e o que mais aparecer" parece uma forma de não perder nenhum paciente — na prática, é a forma mais eficiente de não ser lembrado por ninguém.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abre a Escola de Marketing com a decisão que sustenta todas as outras: pra quem, exatamente, você fala.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razões pelas quais generalizar custa caro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genérica: difícil resumir em uma frase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ampla: disputa com todo o mercado ao mesmo tempo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percepção de expertise em qualquer tema específico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a boca fraco: difícil indicar "aquele psicólogo que atende tudo"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dessas 4 razões é sobre perder pacientes — são sobre o esforço extra necessário pra conquistar cada um deles.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específico o recorte, mais fácil se torna toda a comunicação construída nos blocos seguintes deste curso.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"atendo tudo" ao "não lembro seu nome"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genérica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foco claro em nenhum tema ou público específico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Difícil diferenciação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dizer o que te torna diferente de outro generalista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Esquecimento do público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guarda na memória algo que não tem contorno definido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Indicação rara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recorte claro, fica difícil até pra quem quer indicar você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cadeia raramente é percebida de uma vez — ela se acumula devagar, ao longo de meses ou anos de comunicação genérica.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formas de recortar uma especialidade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público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jovens, idosos, casais — um recorte de quem você atende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demanda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Ansiedade, luto, TDAH — um recorte do que você trabalha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abordagem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TCC, psicanálise, sistêmica — um recorte de como você trabalha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preciso escolher só uma forma — muitos psicólogos combinam público e demanda num recorte único e específico.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generalização excessiva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com muitos temas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5 áreas de atendimento listadas ao mesmo tempo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 sem frase clara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responder "qual sua especialidade" rapidamente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sem foco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tema reconhecível ao olhar os últimos posts publicados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Indicações raras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acontecem, são vagas: "ele(a) é bom(boa) psicólogo(a)"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níveis de especialização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"Atendo qualquer demanda" — comunicação ampla, sem recorte definido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Semi-especializado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tema principal, mas ainda comunicado de forma pouco específica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Especializado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claro, comunicado com precisão em uma única frase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perguntas pra encontrar sua especialidade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gosta?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tema você mais gosta de trabalhar em sessão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Especializar num tema que cansa não é sustentável a longo prazo.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domina?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público você atende com mais facilidade e resultado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 real, não apenas interesse teórico pelo tema.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já vê?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resultado mais aparece no seu consultório hoje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vezes a especialidade já existe, só falta ser nomeada.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Encontrando seu recorte: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pacientes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temas e perfis mais aparecem na sua prática real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recorrente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repete com mais frequência, mesmo sem perceber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inicial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ser definitivo — é um ponto de partida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um período, ajustando conforme a resposta do público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recorte inicial não precisa ser perfeito — precisa ser específico o suficiente pra começar a testar.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os últimos pacientes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os últimos 10 a 15 casos atendidos, sem detalhar informações sigilosas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idade, demanda principal e contexto de vida, de forma geral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o padrão recorrente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“Olhando essa lista, existe um tema ou perfil que aparece bem mais que os outros?”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muitas vezes já existe na prática, mesmo sem ter sido nomeado antes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um recorte inicial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3 perguntas do slide 9 pra confirmar se o recorte também é sustentável pra você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Lembre-se: esse recorte pode e deve ser revisado com o tempo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a comunicação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bio, conteúdo e forma de se apresentar em torno desse recorte por alguns meses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se a resposta do público (interesse, indicação, agendamento) melhora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recém-formada está montando seu primeiro perfil profissional. Ela pensa em escrever na bio: "Atendo adolescentes, adultos, casais e idosos, com foco em ansiedade, depressão, luto, autoestima e relacionamentos." Ela acredita que quanto mais ampla a lista, maior a chance de atrair pacientes.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sinais de generalização excessiva (slide 7) essa bio já apresenta?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as 3 formas de recorte do slide 6, como ela poderia reduzir essa lista a um recorte específico?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pergunta do slide 9 seria mais útil pra ela responder primeiro, sendo recém-formada?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persistente em identificar um padrão na própria prática: buscar supervisão clínica com esse objetivo específico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recortes parecendo igualmente viáveis: testar um por vez, não todos simultaneamente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sobre "perder pacientes" ao especializar: revisar o raciocínio deste módulo antes de decidir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escolhido não gerando resposta após meses de teste: reavaliar com base nos dados reais, não só na intuição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todo mundo custa caro em comunicação, diferenciação, percepção de expertise e boca a boca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 pode ser recortada por público, por demanda ou por abordagem — ou pela combinação dos três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com muitos temas e ausência de frase clara de especialidade são os sinais mais visíveis de generalização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recorte inicial não precisa ser definitivo — precisa ser específico o suficiente pra começar a testar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1.1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Generalizar — Módulo 1.1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Custo de Generalizar — Por Que Atender Todo Mundo Custa Caro</dc:title>
  <dc:subject>PptxGenJS Presentation</dc:subject>
  <dc:creator>Dioclides</dc:creator>
  <cp:lastModifiedBy>Dioclides</cp:lastModifiedBy>
  <cp:revision>1</cp:revision>
  <dcterms:created xsi:type="dcterms:W3CDTF">2026-07-10T19:51:14Z</dcterms:created>
  <dcterms:modified xsi:type="dcterms:W3CDTF">2026-07-10T19:51:14Z</dcterms:modified>
</cp:coreProperties>
</file>