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1.4 · BLOCO 1 · POSICIONAMENTO E NICHO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 e Posicionamento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preço comunica (ou contradiz) o posicionamento escolhido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preço como sinal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valor comunica, além do número em si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formas recorrentes de precificar sem estratégia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 e posicionamento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dois precisam estar alinhados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Ajustando com segurança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perguntas antes de definir ou revisar o valor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Corrigindo um preço desalinhado do posicionamento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preço baixo demais não atrai mais pacientes — atrai dúvida sobre a qualidade do que você oferece, mesmo sem ninguém dizer isso em voz alta.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encerra o Bloco 1 conectando tudo que você já definiu — recorte, persona e proposta de valor — a uma decisão que precisa ser coerente com todo o resto: o preço.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fatores que devem influenciar o preço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 posicionamento, definidos neste bloco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vida e sustentabilidade real do consultório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observada na prática, não apenas suposição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de valor gerada pela comunicação, do Bloco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que o mercado cobra" não é, sozinho, um critério suficiente — ele ignora seu posicionamento específico.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preço bem definido reflete os outros 3 módulos deste bloco, não apenas uma pesquisa isolada de valores de colegas.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preço ao posicionamento percebido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 definido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que aparece na primeira conversa ou na bio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implícita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compara, mesmo sem dizer, com outras opções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Percepção de valor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molda a expectativa sobre a qualidade do serviço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de agendar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Coerência entre preço e posicionamento aumenta a confiança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preço incoerente com o posicionamento gera dúvida nos dois sentidos: caro demais parece arrogante, barato demais parece inseguro.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erros comuns de precificação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 por insegurança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baixo por medo de não conseguir justificar um valor maior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 copiado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ao de um colega, sem considerar contexto ou posicionamento próprio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 nunca revisto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valor desde o início, mesmo com anos de experiência acumulada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erros têm uma coisa em comum: nenhum parte de uma análise real do próprio posicionamento e sustentabilidade.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o preço está desalinhado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Vergonha de falar o valor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perceptível ao comunicar o preço da sessão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de colegas parecidos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menor que profissionais com formação e experiência similares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reajustado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preço desde o início da carreira, sem qualquer revisão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desconto frequentes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pacientes questionando o valor logo na primeira conversa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posicionamentos de preço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Abaixo do mercado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dúvida sobre qualidade, mesmo quando o trabalho é bom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Alinhado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Coerente com posicionamento, formação e sustentabilidade real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Acima, com posicionamento forte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Sustentável quando a proposta de valor justifica claramente a diferença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perguntas antes de definir o preço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Cobre custos?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valor sustenta seu custo de vida e o consultório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mínima antes de qualquer outra consideração.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coerente?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valor é coerente com a especialização que você comunica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e preço precisam contar a mesma história.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justifica?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conseguiria justificar esse valor com confiança, se perguntado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for insegura, o preço provavelmente também está.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Ajustando seu preço: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sustentar sua vida e o consultório, com números concretos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colegas parecidos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posicionamento e formação semelhantes ao seu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um valor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justificável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você comunicaria com confiança, sem hesitação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periodicamente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apenas quando o desconforto se tornar insustentável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Reajustar preço não é um evento único — é parte do mesmo cuidado contínuo dado à comunicação e ao posicionamento.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o custo real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despesas pessoais, custos do consultório e uma margem de reserva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pelo número real de sessões que você consegue sustentar por mês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Pesquisar colegas parecidos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“Profissionais com posicionamento e formação semelhantes ao meu cobram quanto, nessa mesma região?”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quem tem posicionamento parecido, não com qualquer psicólogo disponível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um valor justificável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3 perguntas do slide 9 pra confirmar que o valor é sustentável e coerente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a alguma pergunta for "não", ajuste antes de comunicar o preço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periodicamente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Reavalie o valor a cada 6 a 12 meses, considerando experiência e posicionamento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espere o desconforto virar insustentável pra fazer o primeiro reajuste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com 6 anos de experiência, já com especialização clara (Módulo 1.1), persona definida (Módulo 1.2) e proposta de valor forte (Módulo 1.3), ainda cobra o mesmo valor que definiu no primeiro ano de consultório. Ela sente desconforto ao pensar em aumentar, achando que pode "perder pacientes".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erro comum de precificação (slide 6) essa psicóloga apresenta?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trabalho já feito nos Módulos 1.1 a 1.3 justificaria um reajuste de preço?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as 3 perguntas do slide 9 pra esse caso — o que cada resposta sugere?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calcular o custo real do consultório: buscar apoio de um contador ou consultor financeiro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emocional recorrente ao comunicar valor: considerar isso como tema de supervisão ou processo terapêutico próprio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Reajuste gerando perda significativa e inesperada de pacientes: revisar se o posicionamento comunicado realmente sustenta o novo valor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a legalidade de formas específicas de cobrança: consultar orientação do CRP regional ou de um profissional contábil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comunica algo, mesmo em silêncio — coerência com o posicionamento reduz dúvida em ambas as direções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por insegurança, copiado ou nunca revisto são os 3 erros mais comuns de precificação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"Cobre custos, é coerente, você justifica" são as 3 perguntas que sustentam qualquer decisão de preço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encerra o Bloco 1 — especialidade, persona, proposta de valor e preço, todos alinhados numa mesma direção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completo. Próximo: exercícios práticos e avaliação do Módulo 1.4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Posicionamento — Módulo 1.4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Preço e Posicionamento — O Preço Também Comunica</dc:title>
  <dc:subject>PptxGenJS Presentation</dc:subject>
  <dc:creator>Dioclides</dc:creator>
  <cp:lastModifiedBy>Dioclides</cp:lastModifiedBy>
  <cp:revision>1</cp:revision>
  <dcterms:created xsi:type="dcterms:W3CDTF">2026-07-10T20:04:53Z</dcterms:created>
  <dcterms:modified xsi:type="dcterms:W3CDTF">2026-07-10T20:04:53Z</dcterms:modified>
</cp:coreProperties>
</file>