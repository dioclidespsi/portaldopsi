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3.1 · BLOCO 3 · CONTEÚDO E AUTORIDADE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Conteúdo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formato e da frequência, definir o objetivo real do conteúdo — e pra qual paciente ele fala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antes de tática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postar sem plano custa mais esforço por menos resultado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objetivo do conteúdo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Autoridade, nutrição de interesse, ou conversão direta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 quem você fala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paciente ideal, não "todo mundo que tem ansiedade"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pilares editoriais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sustenta consistência sem parecer repetitivo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Diagnosticando um perfil sem estratégia clara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Postar sem estratégia é como abrir um consultório sem saber que especialidade você atende — pode até funcionar, mas exige muito mais esforço pra um resultado bem menor.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abre o Bloco 3 com a pergunta que a maioria pula direto pro formato sem responder: por que você está criando esse conteúdo, e pra quem?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uma estratégia de conteúdo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claro: autoridade, nutrição ou conversão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ideal definido, do Módulo 1.2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de voz consistente em cada publicação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sustentável, que cabe na sua rotina real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objetivo claro, é impossível saber se um post "funcionou" ou não — funcionou pra fazer o quê?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paciente ideal definido no Bloco 1 deveria orientar cada escolha de tema, não só a bio do perfil.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objetivo ao conteúdo publicado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 objetivo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esse conteúdo deveria gerar, especificamente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 público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quem, exatamente, esse conteúdo está falando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os temas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ou 3 áreas centrais, não um tema novo a cada post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com consistência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ritmo sustentável, mantido ao longo do tempo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direto pra "escolher os temas" sem definir objetivo e público é o motivo mais comum de conteúdo que não converte em nada.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objetivos possíveis de conteúdo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autoridade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Educar e demonstrar competência, sem foco imediato em conversão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Nutrir interesse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Aprofundar a relação com quem já segue, mantendo confiança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Converter em contato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Convidar diretamente quem já considera a dar o próximo passo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perfil saudável tem conteúdo pros 3 objetivos — o erro comum é publicar só pro primeiro, esquecendo os outros dois.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falta estratégia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 sem saber pra quem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tenta agradar todo mundo, e por isso não fala com ninguém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muda toda semana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padrão nem linha editorial reconhecível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perfil incerto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saberia dizer, em uma frase, pra que serve aquele conteúdo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sem critério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o que outros perfis fazem, sem avaliar se cabe na própria estratégia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estratégia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estratégia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 o que vem à cabeça, sem objetivo nem público definidos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parcial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o tema geral, mas não o objetivo específico de cada post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clara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Objetivo, público e tema alinhados antes de qualquer publicação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perguntas que definem a estratégia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 quem?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paciente ideal esse conteúdo tenta alcançar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for "todo mundo", ainda não está definida.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problema?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dúvida ou dor esse conteúdo endereça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sem problema claro tende a ser genérico demais.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ação?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quer que a pessoa faça depois de ver isso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Seguir, salvar, mandar mensagem, ou apenas refletir — escolha uma.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a estratégia: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ideal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Reaproveitando o trabalho já feito no Módulo 1.2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3 temas centrais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que você domina e que interessam ao seu público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Autoridade, nutrição ou conversão — comece por 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ritmo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sustentável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frequência que você consegue manter por meses, não semanas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passos, feitos uma vez com cuidado, orientam meses de conteúdo sem precisar decidir tudo de novo a cada post.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 paciente ideal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Reveja o trabalho do Módulo 1.2 — a estratégia de conteúdo parte diretamente dali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ainda não está claro, volte a esse módulo antes de seguir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2 a 3 temas centrais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alguém seguisse meu perfil por um ano inteiro, sobre quais 2 ou 3 assuntos essa pessoa aprenderia mais?”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temas, com mais profundidade, constroem autoridade melhor que muitos temas rasos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 objetivo principal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por um objetivo — autoridade, nutrição ou conversão — e domine esse antes de somar os outros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objetivo pede um tipo de conteúdo diferente, revisado no Módulo 3.2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um ritmo sustentável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uma frequência menor e constante a uma alta que você abandona em poucas semanas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ao longo de meses importa mais que volume em uma única semana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publica quase todos os dias, mas os temas variam muito: um dia fala de ansiedade, outro de produtividade, outro compartilha uma frase motivacional, outro fala sobre um livro que está lendo. Ele sente que está sempre produzindo, mas o perfil não parece ter identidade clara, e o crescimento estagnou.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sinal do slide 7 esse caso exemplifica com mais clareza?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nível de estratégia (slide 8) esse perfil está hoje?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3 perguntas do slide 9 ajudariam a organizar o conteúdo desse psicólogo?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definir o paciente ideal: retomar o Módulo 1.2 com mais tempo e calma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conteúdo grande, mas sem direção clara: considerar consultoria de conteúdo especializada em saúde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definida, mas execução inconsistente: revisar o Módulo 3.6, sobre planejamento editorial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entre focar em autoridade ou conversão: comece pela autoridade — conversão sem confiança prévia converte menos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antecede tática — definir objetivo e público antes de escolher formato e frequência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Autoridade, nutrição de interesse e conversão são os 3 objetivos possíveis de conteúdo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"Pra quem, que problema, que ação" são as 3 perguntas que organizam qualquer estratégia de conteúdo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temas, com mais profundidade e consistência, constroem mais autoridade que muitos temas rasos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Conteúdo — Módulo 3.1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Estratégia de Conteúdo — Por Que e Para Quem</dc:title>
  <dc:subject>PptxGenJS Presentation</dc:subject>
  <dc:creator>Dioclides</dc:creator>
  <cp:lastModifiedBy>Dioclides</cp:lastModifiedBy>
  <cp:revision>1</cp:revision>
  <dcterms:created xsi:type="dcterms:W3CDTF">2026-07-10T19:19:09Z</dcterms:created>
  <dcterms:modified xsi:type="dcterms:W3CDTF">2026-07-10T19:19:09Z</dcterms:modified>
</cp:coreProperties>
</file>