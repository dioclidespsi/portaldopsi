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5.1 · BLOCO 5 · VENDAS E PRIMEIRA SESSÃO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Acolhimento, Não Venda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Reformulando o primeiro contato como alinhamento de expectativas, não pitch de vendas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errada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"venda" é a palavra errada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você troca essa lente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realmente acontece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momentos do primeiro contato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acolhimento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elementos que sustentam um primeiro contato saudável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que soam como venda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pressão entrou onde não deveria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uma abordagem que soa como pitch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quer ser "vendido" terapia — mas todo mundo quer ser acolhido o suficiente pra decidir com clareza se aquele é o caminho certo.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abre o Bloco 5 revisitando o primeiro contato com quem chega até você, depois de todo o trabalho de conteúdo e aquisição dos blocos anteriores.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 primeiro contato acolhedor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genuína antes de qualquer proposta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sobre o processo, não promessa de resultado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real pra dúvidas, sem pressa nem pressão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respeitada, seja qual for a resposta da pessoa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elementos não são incompatíveis com comunicar valor com clareza — o Módulo 5.2 aprofunda exatamente essa parte.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aqui não é evitar falar de preço ou processo, mas fazer isso sem pressão de fechamento.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primeiro contato ao vínculo inicial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contato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ou ligação inicial, geralmente cheia de dúvidas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do processo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avaliação inicial, com clareza e sem pressa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Espaço pra perguntas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pra dúvidas, sem sinalizar impaciência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livre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decide agendar (ou não) sem sentir pressão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processo pode parecer mais lento que uma abordagem de venda direta — mas costuma gerar vínculo mais sólido desde o início.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momentos do primeiro contato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da sessão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inicial, onde a maioria das dúvidas básicas aparece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a sessão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inicial, com escuta ativa e explicação do processo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sessão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continuidade, comunicada com clareza, sem pressão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momento pede um cuidado diferente — tratar os 3 da mesma forma é um erro comum de quem só pensa em "fechar".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contato soa como venda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pra decidir na hora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 implícita de resposta imediata sobre continuar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urgência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"Só essa semana" ou frases parecidas, fora de contexto real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fechamento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atenção em agendar do que em entender a pessoa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ao comunicar valor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perceptível que a pessoa do outro lado sente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abordagens de primeiro contato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fechar rápido, com pressão implícita ou explícita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Informativa, mas sem calor humano nem escuta genuína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acolhimento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Escuta, transparência e respeito à decisão, no ritmo da pessoa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que orientam o primeiro contato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saber?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essa pessoa precisa saber pra decidir com clareza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objetiva, sem excesso nem promessa.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dúvida?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dúvida ela provavelmente tem, mesmo sem perguntar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preocupações comuns reduz a ansiedade do contato inicial.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prometer?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comunicar o processo sem prometer resultado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diretamente ao checklist do Bloco 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Conduzindo o primeiro contato: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explicar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traz essa pessoa até você, primeiro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 transparência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funciona, sem prometer o que vai acontecer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espaço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dúvidas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real, sem sinalizar pressa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que seja a resposta da pessoa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valem tanto pra mensagem inicial quanto pra própria sessão de avaliação.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Escutar antes de explicar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explicar como você trabalha, pergunte o que trouxe a pessoa até ali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o tom da conversa inteira, do informativo pro acolhedor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Explicar com transparência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 primeira sessão, a gente conversa pra entender melhor sua situação e ver se faz sentido seguirmos juntos.”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que a frase não promete resultado nem garante continuidade automática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espaço pra dúvidas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diretamente se restou alguma dúvida, e espere a resposta com calma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nesse momento não é desconforto — é parte do processo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Respeitar a decisão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pessoa decidir não continuar, respeite sem insistência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decisão respeitada hoje pode se tornar uma indicação no futuro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recém-formado está ansioso com a agenda vazia e, na primeira conversa com um possível paciente, fala rapidamente sobre sua formação, menciona que "tem poucos horários disponíveis essa semana" e pergunta diretamente se a pessoa quer agendar agora. A pessoa fica em silêncio por alguns segundos antes de responder que vai pensar.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 abordagem de venda (slide 7) esse psicólogo apresentou?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poderia reformular essa conversa usando os 4 passos do protocolo?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ansiedade com a agenda vazia tende a produzir justamente o efeito contrário do desejado?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recorrente com agenda vazia afetando a forma de conduzir o primeiro contato: considerar isso como tema de supervisão ou processo terapêutico próprio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comunicar preço sem desconforto: aprofundar no Módulo 5.2, sobre comunicação de valor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pessoas decidindo não continuar após o primeiro contato: revisar se a comunicação anterior (Bloco 3) já alinhou expectativas correspondentes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como estruturar formalmente a primeira sessão: buscar orientação de colega experiente ou supervisor clínico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"Venda" é a palavra errada pra descrever o primeiro contato — acolhimento comunica melhor o que realmente deveria acontecer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genuína, transparência, espaço pra dúvidas e respeito à decisão sustentam um primeiro contato saudável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pra decidir na hora e linguagem de urgência são os sinais mais claros de que o contato soa como venda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Escutar, explicar, abrir espaço e respeitar a decisão — nessa ordem — conduzem qualquer primeiro contato com mais segurança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Não Venda — Módulo 5.1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Acolhimento, Não Venda — Reformulando o Primeiro Contato</dc:title>
  <dc:subject>PptxGenJS Presentation</dc:subject>
  <dc:creator>Dioclides</dc:creator>
  <cp:lastModifiedBy>Dioclides</cp:lastModifiedBy>
  <cp:revision>1</cp:revision>
  <dcterms:created xsi:type="dcterms:W3CDTF">2026-07-10T20:10:19Z</dcterms:created>
  <dcterms:modified xsi:type="dcterms:W3CDTF">2026-07-10T20:10:19Z</dcterms:modified>
</cp:coreProperties>
</file>