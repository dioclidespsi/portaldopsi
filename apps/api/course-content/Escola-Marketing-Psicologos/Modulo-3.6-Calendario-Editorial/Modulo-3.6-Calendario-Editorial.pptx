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3.6 · BLOCO 3 · CONTEÚDO E AUTORIDADE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Calendário Editorial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simples de pauta e frequência que cabe na agenda de quem já atende em tempo integral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um sistema simples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 tudo que o Bloco 3 já ensinou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calendário mínimo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elementos que sustentam planejamento sem esgotar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preencher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de criação em lote, não diário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de planejamento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o sistema virou fonte de estresse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Organizando a agenda de quem sempre cria em cima da hora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não precisa de um calendário editorial de 50 posts pro trimestre inteiro — precisa de um sistema simples o bastante pra seguir de verdade, mesmo nas semanas mais cheias.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fecha o Bloco 3 transformando os Módulos 3.1 a 3.5 num único sistema de planejamento, sem exigir uma rotina que ninguém consegue manter.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 sistema sustentável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centrais já definidos, do Módulo 3.1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Formatos-pilares variados, dos Módulos 3.2 e 3.4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 viável, do Módulo 3.3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priorizados: Instagram e email, sem dispersão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desses 4 elementos já foi trabalhado separadamente nos módulos anteriores — aqui eles se juntam num único sistema prático.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cobrir muitos canais ao mesmo tempo é uma das causas mais comuns de esgotamento de conteúdo.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pauta ao publicado, sem esgotamento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de criação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horário fixo, semanal ou quinzenal, reservado só pra isso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conteúdo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mais do que publica, formando uma reserva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 distribuída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alimenta as publicações ao longo do período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mensal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sistema com base no que realmente funcionou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conteúdo é o que evita a criação de última hora — sem ele, todo planejamento volta a depender de inspiração diária.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planejamento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simples de temas, sem calendário formal — já resolve a maioria dos casos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Intermediário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conteúdo quinzenal, com formato definido pra cada peça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Avançado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mensal, com canais integrados e datas específicas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mínimo — a maioria dos psicólogos nunca precisa ir além disso pra manter consistência real.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esgotamento no planejamento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em cima da hora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publicação decidida na hora de postar, sem antecedência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banco de ideias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post exige pensar do zero, sem reserva de conteúdo pronto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sei o que postar"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recorrente de bloqueio, mesmo com temas já definidos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abandonado sob pressão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existe, mas cai nas semanas mais cheias, sempre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abordagens de planejamento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sistema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improvisada, dependente de inspiração do dia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rígido demais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detalhado que quebra na primeira semana cheia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sustentável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conteúdo simples, revisado e ajustado mensalmente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ferramentas simples de planejamento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temas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 a 3 temas centrais, já com formato sugerido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Reaproveitada diretamente do Módulo 3.1.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de criação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horário fixo reservado só pra produzir conteúdo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em lote reduz o esforço mental de decidir toda hora.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reserva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posts prontos, além do que será publicado logo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margem de segurança pras semanas mais cheias.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Montando seu sistema: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de tempo fixo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 ou quinzenal, só pra criar conteúdo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mais 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publica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Formando um banco de reserva, não só o próximo post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do período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 banco pra manter consistência sem pressa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mensalmente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Ajustando o sistema com base no que realmente funcionou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passos, junto com tudo que os Módulos 3.1 a 3.5 já ensinaram, fecham o ciclo completo de criação de conteúdo.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Reservar um bloco de tempo fixo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horário realista, que já esteja livre na sua agenda atual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esse bloco como um compromisso, não como algo pra encaixar se sobrar tempo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mais do que publica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“Nesse bloco de criação, em vez de fazer só o próximo post, consigo fazer 2 ou 3 de uma vez?”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os templates do Módulo 3.2, criar em lote costuma ser mais rápido do que parece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Distribuir ao longo do período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do banco de conteúdo, não do que foi criado no mesmo dia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libera espaço mental mesmo nas semanas de agenda cheia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mensalmente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 que gerou mais engajamento ou contato, usando as métricas do Bloco 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os temas ou formatos do próximo mês com base nisso, sem refazer tudo do zero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sempre decide o que postar na hora, geralmente à noite, depois de um dia cheio de sessões. Às vezes esquece de postar por dias seguidos, e quando lembra, sente culpa e posta qualquer coisa só pra "não deixar o perfil parado". Ela já tentou um calendário editorial detalhado antes, mas abandonou na segunda semana.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sinais de esgotamento no planejamento essa psicóloga já apresenta?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calendário detalhado anterior provavelmente falhou, segundo o slide 8?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4 passos do protocolo poderiam ajudar, começando pelo nível mínimo de planejamento?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persistente em manter até o nível mínimo de planejamento: simplificar ainda mais, reduzindo a frequência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conteúdo grande o suficiente pra justificar apoio externo: considerar um assistente de conteúdo ou social media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funcionando, mas resultado ainda fraco: revisar a estratégia do Módulo 3.1, não apenas a execução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Esgotamento relacionado à pressão de manter presença online: reavaliar se a frequência escolhida realmente é sustentável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centrais, formatos variados, frequência mínima viável e canais priorizados formam o sistema completo do Bloco 3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de conteúdo, criado em lote, é o que evita a criação de última hora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nível mínimo de planejamento — raramente é necessário ir além disso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o Bloco 3, unindo estratégia, formatos, canais e planejamento numa rotina sustentável de conteúdo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completo. Próximo: exercícios práticos e avaliação do Módulo 3.6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Editorial — Módulo 3.6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Calendário Editorial — Planejamento Sem Esgotamento</dc:title>
  <dc:subject>PptxGenJS Presentation</dc:subject>
  <dc:creator>Dioclides</dc:creator>
  <cp:lastModifiedBy>Dioclides</cp:lastModifiedBy>
  <cp:revision>1</cp:revision>
  <dcterms:created xsi:type="dcterms:W3CDTF">2026-07-10T19:38:47Z</dcterms:created>
  <dcterms:modified xsi:type="dcterms:W3CDTF">2026-07-10T19:38:47Z</dcterms:modified>
</cp:coreProperties>
</file>