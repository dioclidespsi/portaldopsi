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6.1 · BLOCO 6 · GESTÃO E ESCALA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 Financeira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Precificação, fluxo de caixa e reserva — o mínimo pra não misturar consultório com pessoal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elementos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organizar as finanças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invisível de não separar dinheiro pessoal e profissional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4 elementos básicos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mínimo que sustenta clareza financeira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Separando pessoal e profissional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níveis, do mínimo ao avançado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que as finanças precisam de atenção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Organizando as finanças de um consultório real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Financeira — Módulo 6.1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Muitos psicólogos sabem exatamente como ajudar um paciente a organizar a própria vida, mas nunca separaram o dinheiro do consultório do dinheiro pessoal — e isso cobra um preço, cedo ou tarde.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abre o Bloco 6, que pressupõe que você já tem pacientes entrando — agora é hora de organizar o que já está acontecendo.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Financeira — Módulo 6.1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elementos de organização financeira básica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bancária separada, mesmo como pessoa física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simples de todas as entradas e saídas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pra meses de baixa demanda ou imprevistos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clara de custos fixos e variáveis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conta separada não exige abrir CNPJ — mesmo como pessoa física, dedicar uma conta só ao consultório já muda tudo.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esses 4 elementos, o preço definido no Módulo 1.4 fica difícil de validar com dados reais.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Financeira — Módulo 6.1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caos financeiro à clareza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Dinheiro misturado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 e profissional na mesma conta, sem distinção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implementado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 a anotar entradas e saídas, mesmo de forma simples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 separada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Dedicar uma conta só ao consultório, ainda que como pessoa física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com dados reais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Preço, investimento e reserva baseados em números, não intuição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elo dessa cadeia é pequeno isoladamente, mas juntos transformam completamente a clareza sobre a saúde financeira do consultório.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Financeira — Módulo 6.1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níveis de organização financeira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Mínimo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separada e registro simples de entradas e saídas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Intermediário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Categorização de despesas e início de uma reserva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Avançado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tributário e estratégia de investimento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pelo nível mínimo — a maioria dos problemas financeiros de consultório se resolve já nesse primeiro estágio.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Financeira — Módulo 6.1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as finanças precisam de atenção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 quanto sobra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clareza sobre o que realmente sobra no fim do mês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conta pra tudo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 pessoal e do consultório misturados na mesma conta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reserva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margem pra emergência ou período de baixa demanda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"no feeling"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valor sem qualquer dado real de custo por trás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Financeira — Módulo 6.1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níveis de organização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organização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misturado, decisões financeiras feitas por intuição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 básica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separada e registro simples, já trazendo clareza real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 estruturada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Categorias, reserva e planejamento de médio prazo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Financeira — Módulo 6.1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ferramentas simples pra começar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simples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ou app de controle financeiro básico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ser sofisticado — precisa ser usado com consistência.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 dedicada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conta bancária só pro consultório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imediatamente o que é pessoal do que é profissional.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de reserva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valor-alvo, como 3 meses de custo fixo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segurança em períodos de baixa demanda ou imprevisto.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Financeira — Módulo 6.1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Organizando suas finanças: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Dedicar uma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ao consultório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sem CNPJ, uma conta separada já ajuda muito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mês completo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entradas e saídas, sem exceção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fixo real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no registro, não em estimativa aproximada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reserva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começar a construí-la aos poucos, de forma consistente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passos, feitos com disciplina por um mês, já trazem clareza suficiente pra decisões financeiras muito mais seguras.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Financeira — Módulo 6.1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Dedicar uma conta ao consultório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ser conta empresarial — uma conta pessoal dedicada já resolve o essencial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importante é nunca misturar com gastos pessoais do dia a dia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por um mês completo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eu anotasse literalmente tudo que entra e sai por 30 dias, o que eu descobriria sobre minhas finanças?”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app simples de controle ou até uma planilha básica já são suficientes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Financeira — Módulo 6.1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 o custo fixo real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aluguel, plataformas, materiais e qualquer despesa recorrente do consultório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número é a base real pro cálculo de preço do Módulo 1.4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uma meta de reserva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 um valor pequeno e realista, como 1 mês de custo fixo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Aumente a meta aos poucos, conforme a organização se consolida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Financeira — Módulo 6.1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psicólogo recebe os pagamentos dos pacientes na mesma conta que usa pra despesas pessoais, e no fim do mês nunca sabe ao certo quanto realmente ganhou com o consultório. Ele já teve um mês de agenda mais fraca e sentiu dificuldade real de pagar as contas, sem entender exatamente o motivo.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dos 4 elementos do slide 4 estão completamente ausentes nesse caso?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falta de reserva se conectou diretamente ao problema do mês de agenda fraca?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onde ele deveria começar, seguindo os 4 passos do protocolo?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Financeira — Módulo 6.1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persistente em manter o registro financeiro básico: buscar um aplicativo mais simples ou apoio de um contador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sobre abrir CNPJ ou continuar como pessoa física: consultar um contador especializado em profissionais liberais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tributária crescente com o aumento da renda: buscar planejamento tributário formal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Insegurança recorrente sobre decisões financeiras do consultório: considerar mentoria específica de gestão financeira pra profissionais de saúde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Financeira — Módulo 6.1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Misturar dinheiro pessoal e profissional cobra um preço, mesmo quando parece inofensivo no curto prazo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separada, registro simples, reserva e previsão de custos são os 4 elementos do nível mínimo de organização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pelo nível mínimo — a maioria dos problemas financeiros de consultório se resolve já nesse estágio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fixo calculado aqui é a base real pro preço definido no Módulo 1.4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6.1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Financeira — Módulo 6.1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Organização Financeira — O Mínimo Pra Não Misturar as Contas</dc:title>
  <dc:subject>PptxGenJS Presentation</dc:subject>
  <dc:creator>Dioclides</dc:creator>
  <cp:lastModifiedBy>Dioclides</cp:lastModifiedBy>
  <cp:revision>1</cp:revision>
  <dcterms:created xsi:type="dcterms:W3CDTF">2026-07-10T20:27:03Z</dcterms:created>
  <dcterms:modified xsi:type="dcterms:W3CDTF">2026-07-10T20:27:03Z</dcterms:modified>
</cp:coreProperties>
</file>