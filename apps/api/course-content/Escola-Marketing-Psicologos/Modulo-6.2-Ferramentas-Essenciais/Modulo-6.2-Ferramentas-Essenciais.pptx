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6.2 · BLOCO 6 · GESTÃO E ESCALA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Essenciais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kit mínimo pra parar de gerenciar tudo por WhatsApp e planilha solta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ferramentas importam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 de gerenciar tudo manualmente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3 categorias essenciais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que qualquer consultório deveria 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escolher sem complicar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critérios simples pra decidir entre opções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falta ferramenta adequada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Migrando um consultório do caos ao sistema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Gerenciar agenda por WhatsApp funciona até o dia em que duas pessoas marcam o mesmo horário — e nesse dia você descobre o preço real de não ter um sistema.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apresenta o kit mínimo de ferramentas que sustenta um consultório organizado, sem exigir virar especialista em tecnologia.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funções que um kit de ferramentas cobre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e confirmação de sessões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e registro clínico organizado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automáticos, do Módulo 5.4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 cobrança organizados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resolver as 4 funções de uma vez — comece pela que mais gera dor de cabeça hoje.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eletrônico organizado também sustenta o sigilo profissional exigido pelo Código de Ética.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caos ao sistema simples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Gerenciamento disperso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por mensagem, prontuário em papel solto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de uma ferramenta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 função, sem tentar resolver tudo de uma vez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Configuração inicial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dedicado a aprender e ajustar a ferramenta escolhida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consolidada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natural, sem esforço extra a cada semana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migrar tudo de uma vez costuma gerar abandono rápido — uma função por vez tem muito mais chance de virar hábito real.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categorias de ferramentas essenciais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online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e confirmação, reduzindo conflito de horário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Prontuário eletrônico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clínico organizado, seguro e de fácil acesso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automatizada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confirmações, sem esforço manual repetido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plataformas hoje já unem as 3 categorias num único sistema, o que simplifica bastante a escolha inicial.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falta ferramenta adequada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desorganizado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papel solto ou arquivo sem padrão nem sigilo garantido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só por mensagem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confirmação formal nem visão clara da agenda completa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de horário já ocorrido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pessoas marcadas no mesmo horário por falta de sistema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manuais repetidas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perdido toda semana com o que poderia ser automático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organização com ferramentas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por WhatsApp e papel, sem qualquer sistema dedicado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ou duas funções resolvidas, o resto ainda manual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categorias essenciais funcionando de forma consolidada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critérios pra escolher uma ferramenta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 e proteção real dos dados do paciente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negociável, dado o sigilo profissional exigido pela ética.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o suficiente pro uso diário sem esforço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complexa demais tende a ser abandonada rápido.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compatível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ao estágio atual do consultório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a ferramenta mais cara pra resolver o essencial.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Migrando pro sistema: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 que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feito manualmente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exatamente onde está o maior esforço 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por função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Priorizando o que gera mais dor de cabeça agora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poucos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trocar tudo de uma vez, reduzindo risco de abandono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após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mês de uso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ou trocar se a ferramenta não estiver funcionando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evitam tanto a paralisia por excesso de opções quanto a frustração de trocar tudo ao mesmo tempo.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 o que é manual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tarefas que você repete manualmente toda semana relacionadas a agenda, prontuário e cobrança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qual delas consome mais tempo ou já gerou algum problema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uma ferramenta por função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“Dessas 3 categorias, qual resolveria o problema que mais me incomoda agora?”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por dor real, não por qual parece mais moderna ou completa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Migrar aos poucos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pacientes novos, migrando os antigos gradualmente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migrar tudo de uma vez — o esforço de adaptação fica mais gerenciável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após um mês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se a ferramenta realmente reduziu o esforço manual esperado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sem culpa se ela não estiver funcionando bem na prática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gerencia toda sua agenda por WhatsApp, mantém anotações de sessão num caderno físico, e já teve um episódio em que confirmou dois pacientes no mesmo horário sem perceber. Ela sente que "não tem tempo" pra aprender uma ferramenta nova, mesmo reconhecendo que o sistema atual já causou problema real.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do slide 7 esse caso já apresenta claramente?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qual das 3 categorias (slide 6) ela deveria começar, considerando o problema já ocorrido?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passo 3 (migrar aos poucos) ajudaria a reduzir a resistência dela à mudança?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técnica persistente na configuração de uma ferramenta: buscar tutorial oficial ou suporte da própria plataforma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conformidade com sigilo profissional de uma ferramenta específica: consultar orientação do CRP regional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pacientes grande o suficiente pra justificar apoio administrativo: considerar contratação, tema do Módulo 6.3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Indecisão persistente entre múltiplas opções de ferramenta: escolher a mais simples entre as viáveis e testar por um mês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tudo manualmente funciona até o primeiro conflito real de agenda ou perda de informação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online, prontuário eletrônico e comunicação automatizada são as 3 categorias essenciais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facilidade de uso e custo compatível orientam a escolha entre ferramentas disponíveis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uma função por vez, com revisão após um mês, evita tanto paralisia quanto abandono precipitado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6.2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— Módulo 6.2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Essenciais — Agenda, Prontuário e Lembretes</dc:title>
  <dc:subject>PptxGenJS Presentation</dc:subject>
  <dc:creator>Dioclides</dc:creator>
  <cp:lastModifiedBy>Dioclides</cp:lastModifiedBy>
  <cp:revision>1</cp:revision>
  <dcterms:created xsi:type="dcterms:W3CDTF">2026-07-10T20:30:40Z</dcterms:created>
  <dcterms:modified xsi:type="dcterms:W3CDTF">2026-07-10T20:30:40Z</dcterms:modified>
</cp:coreProperties>
</file>