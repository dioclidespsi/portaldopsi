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3.2 · BLOCO 3 · CONTEÚDO E AUTORIDADE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Pilares que Educam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Aplicando o checklist do Bloco 2 na prática: temas, formatos e linhas editoriais dentro do limite ético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Prevenção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Marketing para Psicólogos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4 formatos-pilares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que funcionam repetidamente, sem parecer repetitivo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evitar o neuro-hype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pilar aplicado sem cruzar a linha do Bloco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fontes de ideias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tirar conteúdo sem depender de inspiração súbita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Templates prontos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legenda prontas pra preencher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Praticando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Construindo um post completo, do zero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que Educam — Módulo 3.2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Ensinar bem um conceito clínico, sem prometer nada, ainda é o conteúdo mais compartilhável que existe — a ética não compete com o alcance, ela sustenta.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pega a estratégia definida no Módulo 3.1 e transforma em formatos concretos de post, já revisados pelo checklist do Bloco 2.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que Educam — Módulo 3.2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formatos-pilares de conteúdo educativo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Explicação de mecanismo: o "como funciona" por trás de um conceito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 x fato: desconstruindo uma crença popular equivocada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Bastidores do processo: o que esperar da terapia, na prática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Reflexão guiada: uma pergunta que convida a pensar, sem resposta pronta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Alternar entre os 4 formatos evita que o perfil pareça repetitivo, mesmo publicando sobre os mesmos 2 ou 3 temas centrais.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dos 4 formatos exige prova social, promessa ou comparação — todos se sustentam só com conteúdo educativo bem construído.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que Educam — Módulo 3.2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conceito ao post pronto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um conceito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dos seus 2 a 3 temas centrais, definidos no Módulo 3.1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o formato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dos 4 pilares — explicação, mito x fato, bastidores ou reflexão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Escrever com o template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Seguindo a estrutura pronta, sem começar do zero toda vez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Revisar com o checklist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4 categorias do Módulo 2.4, antes de publicar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caminho, repetido, transforma criação de conteúdo numa rotina previsível, em vez de uma busca por inspiração a cada post.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que Educam — Módulo 3.2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fontes de ideias de conteúdo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 frequentes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pacientes e seguidores perguntam repetidamente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Conceitos do consultório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já explica toda semana, dentro da sessão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Mitos populares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Crenças equivocadas comuns sobre saúde mental e terapia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3 fontes juntas praticamente eliminam o bloqueio criativo — o conteúdo já existe na sua rotina, só precisa ser registrado.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que Educam — Módulo 3.2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de que o pilar escapou pra promessa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Garantia implícita no fim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post termina sugerindo um resultado, mesmo sem dizer explicitamente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Estatística sem fonte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número usado como argumento, sem origem verificável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com colegas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o formato educativo pode escorregar nisso, sem perceber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Urgência artificial pra engajar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Pressa fabricada só pra aumentar interação, sem necessidade real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que Educam — Módulo 3.2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versões do mesmo pilar (mito x fato)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Bem feito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"Mito: terapia é só desabafar. Fato: envolve método, teoria e processo ativo de mudança."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"Mito: terapia é só desabafar. Fato: é muito mais transformador do que você imagina."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Problemático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"Mito: terapia é só desabafar. Fato: meus pacientes resolvem tudo em poucas sessões."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que Educam — Módulo 3.2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templates prontos de legenda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Explicação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"Você já percebeu [padrão]? Isso acontece porque [mecanismo]."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um conceito a partir de uma observação comum.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 x fato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"Mito: [crença popular]. Fato: [correção com base real]."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Desconstrói uma ideia equivocada de forma direta.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Reflexão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"Já parou pra pensar em [pergunta]? Não existe resposta certa."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Convida à reflexão, sem prometer conclusão nem solução.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que Educam — Módulo 3.2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Criando um post: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conceito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dos seus temas centrais, de uma das 3 fontes de ideias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formato-pilar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Explicação, mito x fato, bastidores ou reflexão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com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template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Preenchendo a estrutura pronta com seu conteúdo específico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com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checklist do Bloco 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4 categorias do Módulo 2.4, sem pular nenhuma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esse processo transforma a criação de conteúdo numa rotina de poucos minutos, não numa busca por inspiração.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que Educam — Módulo 3.2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um conceito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numa pergunta que você já respondeu várias vezes em sessão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não vier nada à cabeça, revise as 3 fontes de ideias do slide 6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um formato-pilar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“Esse conceito funciona melhor explicado, desconstruído como mito, mostrado como bastidor, ou como uma pergunta reflexiva?”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Alterne entre os 4 formatos ao longo do mês, pra manter o perfil variado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que Educam — Módulo 3.2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Escrever com um template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template do slide 9 correspondente ao formato escolhido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Preencha com sua linguagem própria, sem soar robótico ou genérico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Revisar com o checklist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Identificação, veracidade, sigilo e comparação — nessa ordem, do Módulo 2.4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post educativo também pode falhar no checklist, mesmo sem intenção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que Educam — Módulo 3.2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psicóloga quer criar um post sobre o mito de que "pessoas fortes não precisam de terapia". Ela escreve um primeiro rascunho: "Mito: pessoas fortes não precisam de terapia. Fato: os pacientes mais resilientes que atendo são justamente os que buscaram ajuda antes de tudo desmoronar — comigo, a mudança começa já na primeira sessão."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formato-pilar esse post está usando?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parte do rascunho falha no checklist do Bloco 2, e por quê?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Reescreva o rascunho mantendo a força da mensagem, dentro do checklist.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que Educam — Módulo 3.2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buscar ajuda especializada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persistente em encontrar conceitos pra transformar em conteúdo: revisar as 3 fontes de ideias com mais atenção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prontos ainda soam genéricos ou pouco naturais: buscar mentoria de escrita ou copywriting ético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conteúdo grande, mas engajamento baixo: revisar a estratégia do Módulo 3.1 antes de mudar os formatos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 recorrente se um post passa no checklist: pedir revisão de colega antes de publicar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que Educam — Módulo 3.2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Explicação, mito x fato, bastidores e reflexão guiada são os 4 formatos-pilares de conteúdo educativo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frequentes, conceitos do consultório e mitos populares resolvem a maioria dos bloqueios de ideia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conteúdo educativo pode escapar pra promessa — o checklist do Bloco 2 vale pra todo formato, sem exceção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conceito, escolher formato, escrever com template e revisar com checklist tornam a criação uma rotina, não um esforço criativo constante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3.2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que Educam — Módulo 3.2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Pilares que Educam — Ensinando Sem Prometer</dc:title>
  <dc:subject>PptxGenJS Presentation</dc:subject>
  <dc:creator>Dioclides</dc:creator>
  <cp:lastModifiedBy>Dioclides</cp:lastModifiedBy>
  <cp:revision>1</cp:revision>
  <dcterms:created xsi:type="dcterms:W3CDTF">2026-07-10T19:22:34Z</dcterms:created>
  <dcterms:modified xsi:type="dcterms:W3CDTF">2026-07-10T19:22:34Z</dcterms:modified>
</cp:coreProperties>
</file>