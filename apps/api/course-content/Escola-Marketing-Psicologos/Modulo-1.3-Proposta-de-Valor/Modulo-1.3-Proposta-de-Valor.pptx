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1.3 · BLOCO 1 · POSICIONAMENTO E NICHO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Proposta de Valor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real num mercado saturado — o que comunicar além de "abordagem X" e "anos de experiência"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Diferenciação fraca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maioria das propostas de valor soam iguais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níveis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básico ao avançado, cada um com mais poder de diferenciação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 sua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 que transformam credencial em proposta real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proposta ainda é genérica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Reescrevendo uma proposta de valor fraca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sua proposta de valor poderia estar na página de qualquer outro psicólogo, ela não é uma proposta de valor — é só uma descrição de profissão.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usa a persona construída no Módulo 1.2 pra responder a pergunta central deste bloco: por que essa pessoa escolheria você, especificamente?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uma proposta de valor forte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específico que você resolve, não genérico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ou processo distinto de como você trabalha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tangível que a pessoa pode esperar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sem depoimento, dentro dos limites do Bloco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elementos juntos formam uma proposta muito mais difícil de copiar do que apenas "anos de experiência" ou uma abordagem teórica citada isoladamente.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tangível precisa respeitar o checklist do Bloco 2 — descrever o que você oferece, não prometer o desfecho.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genérico ao diferenciado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 psicólogo(a)"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mais básico, sem qualquer diferenciação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"Atendo [demanda]"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mais específico, mas ainda comum entre colegas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"Ajudo [persona] com [problema]"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diretamente à persona construída no Módulo 1.2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"Através de [método], chegando a [resultado]"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completa, difícil de confundir com outro perfil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 dessa cadeia adiciona uma camada de especificidade — a maioria dos psicólogos para no segundo ou terceiro elo.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proposta de valor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Básico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Credencial: formação, especialização e número do CRP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Intermediário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Especialidade: demanda principal combinada com público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Avançado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Transformação: problema, método e resultado, juntos numa frase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avançado é o único realmente difícil de copiar — os outros dois qualquer colega com formação parecida também comunica.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proposta de valor fraca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"Anos de experiência"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único diferencial, sem outro elemento de valor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copiar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estar na bio de qualquer outro colega, sem ajuste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problema nem método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menciona o que resolve nem como trabalha, de forma específica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só de você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menciona a pessoa que está do outro lado, nem o problema dela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propostas, o mesmo psicólogo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"Psicólogo clínico com 10 anos de experiência, abordagem cognitivo-comportamental."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"Atendo ansiedade em adultos, com abordagem cognitivo-comportamental."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"Ajudo profissionais sobrecarregados a reduzir ansiedade no trabalho, com estratégias práticas e mensuráveis."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perguntas que constroem a proposta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problema?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específico você resolve, não genérico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diretamente à demanda principal da sua persona.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você faz?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seu método ou processo é diferente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caracteriza sua forma de trabalhar, além da linha teórica.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mudança?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mudança concreta a pessoa pode esperar sentir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que você oferece, sem prometer o desfecho garantido.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sua proposta: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específico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diretamente à persona do Módulo 1.2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método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poucas palavras, o que diferencia sua forma de trabalhar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mudança concreta, sem prometer garantia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alguém de fora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checar se a frase realmente comunica com clareza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proposta de valor costuma caber numa única frase — se precisa de um parágrafo inteiro, ainda não está clara o suficiente.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Nomear o problema específico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dimensão de demanda principal da persona do Módulo 1.2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um problema específico ("ansiedade no trabalho") a um genérico ("ansiedade")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seu método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eu faço de diferente de outro psicólogo que também atende esse mesmo problema?”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uma técnica exclusiva — pode ser um processo, um ritmo ou uma ênfase específica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resultado esperado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que você oferece, sem prometer o desfecho garantido, dentro do checklist do Bloco 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"trabalho com estratégias pra..." a "vou resolver seu..."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com alguém de fora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pra alguém sem formação na área ler a frase e explicar o que entendeu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explicação for confusa ou genérica, a proposta ainda precisa de ajuste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escreve na bio: "Psicóloga clínica, CRP 00/00000, atendimento humanizado e acolhedor, com mais de 8 anos de experiência." Ela já definiu no Módulo 1.2 que sua persona ideal são mulheres em transição de carreira, buscando clareza sobre os próximos passos profissionais.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nível (básico, intermediário, avançado) essa proposta de valor está hoje?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 das 4 dimensões do slide 4 está completamente ausente?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a proposta de valor incorporando a persona já definida, seguindo os 4 passos do protocolo.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nomear um método distinto: revisar com um mentor ou supervisor a própria prática clínica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 testada, mas ainda mal compreendida por quem ouve: simplificar ainda mais, removendo jargão técnico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propostas parecendo igualmente válidas: escolher uma pra testar, revisando o Módulo 1.1 se necessário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sobre comunicar resultado sem prometer: revisar o checklist do Bloco 2 antes de finalizar o texto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valor forte comunica problema, método e resultado — não apenas credencial ou anos de experiência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Básico, intermediário e avançado são os 3 níveis, e só o avançado é realmente difícil de copiar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 problema, como você faz, que mudança" são as 3 perguntas que constroem qualquer proposta de valor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final é simples: alguém de fora da área consegue explicar sua proposta em poucas palavras?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Valor — Módulo 1.3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Sua Proposta de Valor — Por Que Alguém Escolheria Você</dc:title>
  <dc:subject>PptxGenJS Presentation</dc:subject>
  <dc:creator>Dioclides</dc:creator>
  <cp:lastModifiedBy>Dioclides</cp:lastModifiedBy>
  <cp:revision>1</cp:revision>
  <dcterms:created xsi:type="dcterms:W3CDTF">2026-07-10T20:01:40Z</dcterms:created>
  <dcterms:modified xsi:type="dcterms:W3CDTF">2026-07-10T20:01:40Z</dcterms:modified>
</cp:coreProperties>
</file>