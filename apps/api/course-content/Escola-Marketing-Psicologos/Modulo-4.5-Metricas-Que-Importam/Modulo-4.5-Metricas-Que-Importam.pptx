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4.5 · BLOCO 4 · AQUISIÇÃO DE PACIENTES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que Importam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mínimo de números pra saber se a aquisição está funcionando, sem virar analista de dados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métricas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medir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achar que funciona e saber que funciona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métricas certas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números que resumem todo o Bloco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interpretar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número isolado à decisão concreta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formas mais frequentes de medir errado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Diagnosticando um caso de métricas confusas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não precisa de um dashboard complexo pra saber se o marketing está funcionando — precisa de 4 números, olhados com regularidade, que dizem exatamente onde investir energia.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fecha o Bloco 4 consolidando as métricas já mencionadas nos Módulos 4.1 e 4.4 num painel único e simples de manter.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métricas que resumem o Bloco 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quantas pessoas novas viram seu conteúdo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Engajamento: comentários, salvamentos e mensagens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Agendamento: quantos contatos viraram sessão marcada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lead: relevante só quando há investimento pago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primeiras métricas já apareceram no Módulo 4.1, mapeadas por estágio do funil — aqui elas se tornam um hábito de acompanhamento.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 só entra na conta pra quem já investe em anúncios pagos, tema do Módulo 4.4.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número à decisão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Coletar o dado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as 4 métricas, sempre no mesmo dia do mês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mês anterior, não com "a média do mercado"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o que mudou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ação recente pode explicar a diferença observada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Ajustar uma variável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coisa de cada vez, pra saber o que realmente funcionou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tudo ao mesmo tempo é o erro mais comum — sem isolar a variável, nenhum número ensina nada sobre o que fazer a seguir.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níveis de acompanhamento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Mínimo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mensal das 4 métricas — suficiente pra maioria dos consultórios individuais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Intermediário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quinzenal, separando por canal (Instagram, Google, indicação)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Avançado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semanal, com testes comparando diferentes versões de conteúdo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nível mínimo — a maioria dos problemas de aquisição aparece já nesse acompanhamento mais simples.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você está medindo errado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olha seguidores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seguidores diz pouco sobre agendamento real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sem contexto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concorrente sem saber o histórico ou estratégia por trás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tudo de uma vez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saber qual ajuste específico funcionou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revisita o passado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comparação histórica, todo número parece isolado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métrica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 de vaidade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Seguidores, curtidas — impressiona, mas diz pouco sobre agenda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 de processo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engajamento — mostra se o funil está em movimento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 de resultado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Agendamento, comparecimento — o que realmente sustenta o consultório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ferramentas simples de acompanhamento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Planilha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planilha mensal simples, sem fórmulas complexas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colunas, uma por métrica, uma linha por mês.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Insights e Google Perfil da Empresa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trazem alcance e engajamento prontos, sem custo extra.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direta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você me encontrou?" a cada novo paciente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mais simples e mais subestimado de todos.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Montando seu painel: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métricas certas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seu momento atual, começando pelo nível mínimo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mensalmente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no mesmo dia, sem pular o mês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mês anterior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 concorrentes ou médias genéricas de mercado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por vez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saber, de fato, o que causou a mudança observada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levam menos de 15 minutos por mês e substituem qualquer dashboard complexo pra quem está começando.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as 4 métricas certas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nível mínimo: alcance, engajamento, agendamento e custo por lead (se houver anúncio)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métricas por canal só quando o nível mínimo já estiver consolidado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mensalmente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eu escolher o dia 1 de cada mês pra registrar essas 4 métricas, consigo manter esse hábito por 6 meses seguidos?”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uma data fixa e reserve 15 minutos — consistência importa mais que sofisticação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com o mês anterior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certa é "melhorou ou piorou em relação a mim mesmo?", não "estou pior que o colega?"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o histórico — sem ele, toda comparação futura fica impossível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Ajustar uma variável por vez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o tipo de conteúdo? Espere um mês antes de mudar mais alguma coisa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vale tanto pra conteúdo orgânico quanto pra ajustes em campanha paga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 mudou o horário de postagem, trocou o tipo de conteúdo, começou a investir em anúncio pago e mudou a foto de perfil, tudo na mesma semana. No mês seguinte, os agendamentos aumentaram, mas ele não sabe dizer qual mudança causou o resultado — e está pensando em manter tudo igual, com medo de que qualquer alteração atrapalhe.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erro de medição do slide 7 esse caso exemplifica claramente?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medo de mudar qualquer coisa agora é uma consequência direta desse erro?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deveria proceder daqui pra frente, seguindo os 4 passos do protocolo?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dados grande o suficiente pra justificar ferramenta dedicada: considerar planilha mais robusta ou software simples de gestão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em anúncios pagos crescente: acompanhar com apoio de gestor de tráfego (Módulo 4.4)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manter o hábito de registro mensal: simplificar ainda mais, reduzindo pra 2 métricas se necessário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boas, mas agenda ainda não enchendo: revisar o funil completo (Módulo 4.1) e a etapa de conversão (Bloco 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engajamento, agendamento e custo por lead resumem tudo que o Bloco 4 ensinou sobre aquisição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vaidade impressionam, mas métricas de resultado sustentam o consultório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o mês anterior, não com concorrentes, é o hábito que realmente orienta decisão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uma variável de cada vez é o que transforma dado solto em aprendizado real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completo. Próximo: exercícios práticos e avaliação do Módulo 4.5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Importam — Módulo 4.5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Métricas que Importam — O Painel Mínimo Pra Decidir com Clareza</dc:title>
  <dc:subject>PptxGenJS Presentation</dc:subject>
  <dc:creator>Dioclides</dc:creator>
  <cp:lastModifiedBy>Dioclides</cp:lastModifiedBy>
  <cp:revision>1</cp:revision>
  <dcterms:created xsi:type="dcterms:W3CDTF">2026-07-10T19:12:38Z</dcterms:created>
  <dcterms:modified xsi:type="dcterms:W3CDTF">2026-07-10T19:12:38Z</dcterms:modified>
</cp:coreProperties>
</file>