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3.4 · BLOCO 3 · CONTEÚDO E AUTORIDADE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Vídeo Curto e Reels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Simplificar conceito clínico sem cair em neuro-hype ou generalização perigosa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vídeo curto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formato que mais cresce, e o que ele exige de você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armadilha da brevidade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pouco tempo empurra pra generalização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de um Reels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elementos que sustentam um vídeo responsável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de generalização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simplificação virou distorção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Corrigindo um roteiro que generaliza demais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vídeo de 30 segundos não tem espaço pra nuance — e é exatamente essa pressão por brevidade que mais facilmente empurra um conceito clínico correto pra virar uma generalização perigosa.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aplica ao vídeo curto o mesmo cuidado com simplificação já visto na Formação em Neurociência: reduzir complexidade sem distorcer o que está sendo explicado.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elementos de um Reels educativo responsável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conceito por vídeo, nunca vários ao mesmo tempo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Gancho nos primeiros 3 segundos, sem exagero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Simplificação que reduz complexidade sem distorcer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sem promessa, convidando à reflexão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explicar mais de um conceito no mesmo vídeo curto quase sempre resulta em superficialidade em ambos.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gancho dos primeiros segundos precisa despertar curiosidade genuína, não usar o mesmo tipo de urgência artificial vedado no Bloco 2.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conceito ao vídeo pronto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 conceito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o suficiente pra caber em poucos segundos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Escrever o roteiro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texto, antes de gravar qualquer coisa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Gravar com clareza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acessível, sem jargão técnico desnecessário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a simplificação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Checando se ela ainda é fiel ao conceito original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Pular o roteiro escrito e gravar direto é o motivo mais comum de um vídeo sair mais raso — ou mais arriscado — do que deveria.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Reels educativo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 de forma simples o que é um conceito clínico específico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Desmistificação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mito x fato do Módulo 3.2, adaptado pro formato de vídeo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Bastidor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Mostra, de forma geral, como funciona o processo terapêutico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tipos reaproveitam diretamente os formatos-pilares do Módulo 3.2 — a mudança está só no formato de entrega.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a simplificação virou generalização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mundo que sente X tem Y"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Afirmação categórica aplicada a qualquer pessoa, sem nuance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qualquer ressalva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menção a variação individual ou contexto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clínico genérico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recomendação tratada como válida pra todo mundo, sempre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clickbait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maior do que o conteúdo do vídeo realmente entrega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versões do mesmo roteiro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Responsável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 sinal possível de ansiedade é [X] — mas vale sempre investigar com um profissional."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Arriscado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você sente [X], você provavelmente tem ansiedade."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Distorcido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mundo que sente [X] tem ansiedade, sem exceção."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elementos técnicos de um bom Reels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escrito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completo antes de qualquer gravação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revisar a simplificação com calma, fora da pressão de gravar.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Legenda de apoio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na tela pra quem assiste sem áudio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parte do público vê vídeo sem som — a mensagem precisa passar assim também.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Gancho visual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nos primeiros segundos que sustenta a atenção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recorrer a urgência artificial ou exagero emocional.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Criando um Reels responsável: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em texto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qualquer gravação, com calma pra revisar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 Bloco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roteiro escrito, antes de gravar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acessível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jargão técnico desnecessário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pronto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Assistindo como se fosse a primeira vez, antes de publicar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evitam tanto o erro ético do Bloco 2 quanto a generalização perigosa específica do formato de vídeo curto.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Escrever o roteiro em texto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fala completa antes de ligar a câmera, mesmo que pareça um passo extra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muito mais fácil identificar generalização perigosa lendo do que ouvindo de improviso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 o checklist do Bloco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“Esse roteiro promete algo, expõe alguém, ou generaliza demais um conceito que na verdade varia de pessoa pra pessoa?”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identificação, veracidade, sigilo e comparação, como em qualquer outro conteúdo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Gravar com linguagem acessível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termos técnicos por explicações que qualquer pessoa entenderia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como se estivesse explicando pra alguém leigo no assunto, não pra um colega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o vídeo pronto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 de novo antes de publicar, prestando atenção ao tom e ao ritmo, não só ao conteúdo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 opinião de outra pessoa se o tema for sensível ou você tiver alguma dúvida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grava um Reels sobre procrastinação, e no roteiro escreve: "Se você procrastina, é porque tem medo de falhar — é sempre isso." O vídeo tem bom potencial de viralizar, e ele está satisfeito com a clareza da mensagem.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sinal de generalização perigosa esse roteiro apresenta?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que "versão" (slide 8) esse roteiro se encaixa, e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Reescreva o roteiro mantendo a clareza, mas dentro de uma simplificação responsável.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ajuda especializada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em simplificar sem perder precisão: praticar primeiro em texto, no formato do Módulo 3.2, antes de migrar pro vídeo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clínico sensível ou pouco dominado: buscar mentoria de conteúdo antes de gravar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técnica (edição, áudio) exigindo mais tempo do que disponível: considerar apoio de editor de vídeo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já publicado identificado como problemático: seguir o protocolo de correção do Módulo 2.2, adaptado ao vídeo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pressão por brevidade do vídeo curto empurra facilmente um conceito correto pra generalização perigosa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conceito por vídeo, gancho sem exagero, simplificação sem distorção e fechamento sem promessa sustentam um Reels responsável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 mundo que sente X tem Y" é o sinal mais claro de que a simplificação já virou distorção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roteiro em texto antes de gravar é o passo mais simples que evita a maioria dos erros deste módulo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3.4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Curto e Reels — Módulo 3.4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Vídeo Curto e Reels — Comunicação Clínica Acessível</dc:title>
  <dc:subject>PptxGenJS Presentation</dc:subject>
  <dc:creator>Dioclides</dc:creator>
  <cp:lastModifiedBy>Dioclides</cp:lastModifiedBy>
  <cp:revision>1</cp:revision>
  <dcterms:created xsi:type="dcterms:W3CDTF">2026-07-10T19:32:43Z</dcterms:created>
  <dcterms:modified xsi:type="dcterms:W3CDTF">2026-07-10T19:32:43Z</dcterms:modified>
</cp:coreProperties>
</file>