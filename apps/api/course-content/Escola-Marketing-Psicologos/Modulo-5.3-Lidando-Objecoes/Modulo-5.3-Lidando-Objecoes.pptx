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5.3 · BLOCO 5 · VENDAS E PRIMEIRA SESSÃO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Lidando com Objeções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"vou pensar", convênio — respostas que respeitam o paciente e o seu posicionamento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rejeição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objeções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responder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Objeção não é rejeição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distinção muda toda a resposta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objeções mais comuns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indecisão e acesso via convênio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responder sem pressão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princípios que orientam qualquer resposta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resposta virou insistência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Respondendo a um "vou pensar" com equilíbrio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objeção não é um "não" — é uma pergunta disfarçada, e sua resposta a essa pergunta é o que realmente decide se a pessoa vai se sentir segura pra continuar.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aplica os princípios de acolhimento do Módulo 5.1 às 3 objeções mais comuns no primeiro contato.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princípios de resposta a objeções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objeção antes de responder a ela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com informação, não com pressão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insistir além do respeito à decisão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a porta aberta pra um retorno futuro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não significa concordar automaticamente — significa reconhecer que a preocupação da pessoa é legítima.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porta deixada aberta com respeito costuma gerar retorno espontâneo depois, sem qualquer cobrança.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objeção à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Objeção expressa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verbaliza uma dúvida ou hesitação real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genuína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que a preocupação faz sentido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informativa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relevante, sem pressão pra decidir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respeitada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que seja o resultado, sem insistência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caminho parece simples, mas exige resistir ao impulso de "convencer" — o objetivo é informar, não persuadir.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objeções mais comuns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"Está caro"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Objeção de preço, conectada diretamente ao Módulo 5.2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"Vou pensar"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Objeção de indecisão, muitas vezes disfarçando outra dúvida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"Meu convênio não cobre"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Objeção de acesso, ligada à forma de pagamento disponível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objeções raramente são definitivas — cada uma costuma esconder uma dúvida mais específica por trás.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 resposta virou insistência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Insistência após recusa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o convite mesmo depois de uma resposta clara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automático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redução de valor assim que ouve "está caro"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Discurso defensivo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excessivamente em vez de apenas informar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disfarçada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pressa artificial, o mesmo erro visto no Bloco 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respostas à mesma objeção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 meu trabalho vale isso, viu? Não é fácil o que eu faço."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"Entendo. Qualquer coisa, me chama." — sem calor nem informação real.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Acolhedora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 sentido pensar sobre isso. Fico à disposição se surgir alguma dúvida."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respostas prontas pras objeções comuns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"Está caro"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Validar, sem desconto automático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"Entendo — o valor reflete [processo já explicado]. Fico à disposição."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"Vou pensar"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Respeitar, sem cobrança de prazo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"Claro, faz sentido. Se tiver qualquer dúvida, é só chamar."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Convênio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alternativas, sem pressão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atendo por esse convênio, mas posso te indicar outras opções se preferir."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Respondendo a objeções: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objeção genuinamente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que a preocupação da pessoa faz sentido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informação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pressão, sem discurso defensivo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claro que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é dela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insistência além do respeito inicial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porta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cobrança de retorno ou prazo definido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valem pras 3 objeções mais comuns e, com pequenos ajustes, pra praticamente qualquer outra que surgir.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a objeção genuinamente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“Entendo, faz sentido pensar sobre isso antes de decidir.”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não significa concordar automaticamente — significa reconhecer a legitimidade da dúvida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Oferecer informação relevante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com fato, não com justificativa emocional ou defensiva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a informação ao que já foi explicado no Módulo 5.1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Deixar claro que a decisão é dela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"Fico à disposição, mas a decisão é sua" comunica respeito sem soar indiferente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reduz a pressão percebida, mesmo quando você genuinamente gostaria que a pessoa continuasse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Manter a porta aberta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mudar de ideia, é só me chamar" mantém a relação sem cobrança de prazo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pessoas retornam semanas ou meses depois, justamente por não terem sentido pressão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termina de explicar o processo da primeira sessão, e a pessoa responde: "Ah, entendi... vou pensar e te aviso." Ele sente um impulso forte de perguntar "pensar sobre o quê exatamente?" ou oferecer um horário "especial" pra facilitar a decisão.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ceder ao impulso de questionar "pensar sobre o quê" pode soar como insistência?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poderia responder seguindo os 4 passos do protocolo?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dúvida específica pode estar escondida atrás desse "vou pensar", nesse contexto?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recorrente de sentir necessidade de "convencer" após uma objeção: revisar junto ao Módulo 5.1 se a abordagem inicial está genuinamente acolhedora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alto de objeções de preço específico: revisar o Módulo 1.4, sobre preço e posicionamento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em responder objeções sobre convênio: mapear alternativas reais (indicação, valor social) antes da próxima conversa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emocional recorrente diante de qualquer objeção: considerar isso como tema de supervisão ou processo terapêutico próprio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objeção é uma pergunta disfarçada, não uma rejeição definitiva — a resposta certa informa, não pressiona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caro", "vou pensar" e "meu convênio não cobre" são as 3 objeções mais comuns no primeiro contato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Validar, informar, respeitar a decisão e manter a porta aberta são os 4 princípios de qualquer resposta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Insistência, desconto automático e urgência disfarçada são os sinais mais claros de que a resposta cruzou a linha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5.3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Lidando com Objeções — Módulo 5.3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Lidando com Objeções — Respostas que Respeitam</dc:title>
  <dc:subject>PptxGenJS Presentation</dc:subject>
  <dc:creator>Dioclides</dc:creator>
  <cp:lastModifiedBy>Dioclides</cp:lastModifiedBy>
  <cp:revision>1</cp:revision>
  <dcterms:created xsi:type="dcterms:W3CDTF">2026-07-10T20:18:33Z</dcterms:created>
  <dcterms:modified xsi:type="dcterms:W3CDTF">2026-07-10T20:18:33Z</dcterms:modified>
</cp:coreProperties>
</file>