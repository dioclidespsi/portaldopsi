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3.5 · BLOCO 3 · CONTEÚDO E AUTORIDADE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e Newsletter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canal mais esquecido e mais eficaz pra manter relação com quem ainda não agendou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enviar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email funciona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canal de conteúdo que ninguém tira de você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enviar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de email que sustentam relação de confiança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Frequência e estrutura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torna um email aberto e lido, sem parecer spam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newsletter que ninguém espera abrir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Reativando uma lista de email esquecida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sociais são emprestadas — o algoritmo decide quem vê o quê. Uma lista de email é sua, e ninguém tira isso de você.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trata do canal mais esquecido do Bloco 3, mas um dos poucos que mantém relação direta e duradoura, sem depender de algoritmo.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uma newsletter que funciona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que desperta abertura, sem recorrer a clickbait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valor real, não apenas promoção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de envio, mesmo que pouco frequente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clara pra um único próximo passo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assunto de email exagerado quebra confiança mais rápido do que qualquer outro formato, por chegar direto na caixa de entrada pessoal.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só com promoção tende a gerar cancelamento de inscrição rapidamente — o valor real precisa vir antes.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cadastro à confiança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inicial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interesse genuíno ou uma isca de conteúdo simples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regular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entregue de forma consistente ao longo do tempo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Familiaridade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passa a reconhecer sua voz e confiar no que você diz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pra agendar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pronta, a decisão já está sustentada pela confiança construída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processo é mais lento que um anúncio pago, mas a confiança construída assim tende a durar muito mais tempo.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email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 um tema além do que cabe num post de rede social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Bastidor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Aproxima, mostrando a pessoa por trás do trabalho, com naturalidade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Convite direto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de funil, sem pressão, pra quem já está pronto pra agendar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 entre os 3 tipos evita que a lista sinta que só recebe email quando há algo pra vender.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newsletter que não funciona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envia com promoção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associa seu email a "querem vender algo", não a valor real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genérico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voz própria, parecendo copiado de um modelo qualquer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irregular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previsibilidade, a pessoa esquece que se cadastrou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convida a nada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bom, mas sem direção clara de próximo passo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email, por resultado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de vaidade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Bonito visualmente, mas sem conteúdo que realmente ajude quem lê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só promocional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 oferta, gerando cancelamento de inscrição rápido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de relação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 valor real, proximidade e convite, sustentando confiança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técnicos de um bom email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Assunto claro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Desperta curiosidade genuína, sem exagero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única linha que decide se o email será aberto ou ignorado.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objetivo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email fala de uma única coisa por vez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temas dilui a mensagem e confunde quem lê.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 único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chamada clara de próximo passo, não várias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opções ao mesmo tempo reduzem a chance de qualquer ação.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sua newsletter: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isca simples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motivo genuíno pra alguém querer se cadastrar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sustentável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já sustenta relação, se mantida com consistência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 entre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 de email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Educativo, bastidor e convite, sem repetir sempre o mesmo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com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Bloco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processo de qualquer outro conteúdo publicado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newsletter mensal bem mantida vale mais do que uma semanal abandonada depois de 3 envios.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uma isca simples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tão simples quanto "receba reflexões quinzenais sobre [tema]"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promessas exageradas na isca — ela também passa pelo checklist do Bloco 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frequência sustentável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“Consigo escrever e enviar esse email todo mês, mesmo nos meses mais cheios da agenda?”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mensal e consistente a semanal e abandonado depois de pouco tempo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Alternar entre os 3 tipos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email educativo, outro de bastidor, outro de convite direto — nessa rotação, ou parecida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evita que a lista associe seu contato só a promoção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com o checklist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Identificação, veracidade, sigilo e comparação — o mesmo processo de qualquer conteúdo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chega direto na caixa pessoal — o cuidado importa ainda mais aqui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criou uma lista de email há 2 anos, oferecendo um material gratuito em troca do cadastro. Desde então, só enviou 2 emails: um de boas-vindas automático, e um recente anunciando que "abriu vagas". A lista tem 400 contatos, mas ele sente que "gastou" essa oportunidade e não sabe como recomeçar sem parecer estranho.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sinal de newsletter que não funciona esse caso exemplifica?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poderia reabrir contato com essa lista sem parecer que está "vendendo do nada"?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email (dos 3 vistos) seria mais indicado pra esse primeiro reenvio?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grande, mas taxa de abertura muito baixa: revisar a qualidade dos assuntos antes de qualquer outra mudança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técnica com ferramenta de envio: buscar tutorial da própria plataforma escolhida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conteúdo grande, mas sem estrutura de email: aplicar os templates do Módulo 3.2, adaptados ao formato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antiga e nunca usada: recomeçar com transparência, explicando a pausa, em vez de fingir que nada aconteceu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é o único canal de conteúdo que não depende de algoritmo — a lista é inteiramente sua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Educativo, bastidor e convite direto são os 3 tipos de email que sustentam relação de confiança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sustentável e consistente vale mais que frequência alta e abandonada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do Bloco 2 vale pra email como pra qualquer outro conteúdo — talvez com ainda mais cuidado, por chegar direto na caixa pessoal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3.5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Newsletter — Módulo 3.5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e Newsletter — Relação de Confiança ao Longo do Tempo</dc:title>
  <dc:subject>PptxGenJS Presentation</dc:subject>
  <dc:creator>Dioclides</dc:creator>
  <cp:lastModifiedBy>Dioclides</cp:lastModifiedBy>
  <cp:revision>1</cp:revision>
  <dcterms:created xsi:type="dcterms:W3CDTF">2026-07-10T19:35:40Z</dcterms:created>
  <dcterms:modified xsi:type="dcterms:W3CDTF">2026-07-10T19:35:40Z</dcterms:modified>
</cp:coreProperties>
</file>