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3.3 · BLOCO 3 · CONTEÚDO E AUTORIDADE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na Prática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realmente funciona nesse formato, sem exigir postar todo dia pra sempre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Instagram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plataforma resolve melhor que as outras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formatos disponíveis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Feed, Stories e Carrossel, cada um com uma função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Frequência sustentável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ritmo que você consegue manter, não o ideal teórico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que o perfil virou fonte de ansiedade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Ajustando um perfil que está insustentável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na Prática — Módulo 3.3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não recompensa quem posta mais — recompensa quem entende qual formato serve pra qual objetivo, e mantém isso por meses, não por uma semana de euforia.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aplica a estratégia dos Módulos 3.1 e 3.2 especificamente ao Instagram, o canal mais usado por psicólogos no Brasil.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na Prática — Módulo 3.3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elementos de uma presença sustentável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certo pro objetivo de cada publicação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que cabe na sua rotina real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que orienta claramente o próximo passo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 organizados por tema, fáceis de navegar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perfil sustentável não é o que posta mais — é o que mantém consistência sem gerar ansiedade em quem publica.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e destaques costumam ser esquecidos, mas pesam tanto quanto o conteúdo do feed na primeira impressão.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na Prática — Módulo 3.3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feed à conversa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impressão — o que alguém vê ao chegar no perfil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Proximidade e frequência, sem exigir produção elaborada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 clara sobre quem você é e o que fazer a seguir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conversa real acontece, fora do funil público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elo dessa cadeia cumpre um papel diferente — negligenciar qualquer um deles enfraquece o conjunto inteiro.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na Prática — Módulo 3.3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formatos e sua função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 e Reels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— atrai quem ainda não conhece seu trabalho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Proximidade — nutre quem já segue, com frequência leve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Carrossel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— converte interesse em confiança real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formatos, junto com os 3 objetivos do Módulo 3.1, formam uma matriz simples pra decidir o que postar e onde.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na Prática — Módulo 3.3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o ritmo está insustentável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a cada queda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 menor gera desconforto desproporcional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constante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o próprio perfil pelo de outros, sem critério claro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de postar hoje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Sensação diária de obrigação, mesmo sem conteúdo pronto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de qualidade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Pressa de publicar comprometendo o cuidado com o conteúdo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na Prática — Módulo 3.3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ritmos possíveis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Insustentável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dia, sem planejamento — abandonado em poucas semanas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Mínimo viável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 3 vezes por semana, com planejamento prévio simples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maior, mas só quando já existe rotina consolidada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na Prática — Módulo 3.3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elementos que todo perfil deveria 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 clara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 e forma de atendimento em poucas palavras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coisa que qualquer visitante lê.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Destaques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Organizados por tema, fáceis de navegar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 como um "sumário" do seu trabalho.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visível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ou agendamento fácil de encontrar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isso, o interesse gerado se perde no caminho.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na Prática — Módulo 3.3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Ajustando o perfil: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mínima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ritmo que você mantém mesmo em semanas cheias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destaques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tema, refletindo os 2 a 3 temas centrais do Módulo 3.1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 clara e próximo passo evidente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 perfil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visitante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Olhando como se fosse a primeira vez, sem familiaridade prévia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passos, feitos uma vez, sustentam meses de presença consistente sem exigir refazer tudo a cada semana.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na Prática — Módulo 3.3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a frequência mínima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ritmo que você mantém mesmo nas semanas mais cheias, não o ideal de uma semana tranquila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melhor prometer menos e cumprir sempre do que prometer muito e abandonar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Organizar os destaques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eu fosse um visitante novo, os destaques me ajudariam a entender rápido o que esse perfil oferece?”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Reflita os 2 a 3 temas centrais definidos no Módulo 3.1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na Prática — Módulo 3.3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a bio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 clara em poucas palavras, sem jargão técnico desnecessário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próximo passo evidente: link, mensagem direta, ou botão de contato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como visitante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a alguém de fora da área pra visitar seu perfil e dizer o que entendeu em 10 segundos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resposta for confusa, o problema está na apresentação, não no conteúdo em si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na Prática — Módulo 3.3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psicóloga decidiu postar todos os dias após ver um curso sobre redes sociais. Nas primeiras 2 semanas, manteve o ritmo com entusiasmo. Na terceira semana, já sentia ansiedade toda manhã por não ter conteúdo pronto, e alguns posts começaram a sair apressados, com erros de digitação e pouca profundidade. Ela está pensando em parar de postar por completo.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sinais do slide 7 essa psicóloga já está apresentando?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ritmo (slide 8) ela tentou operar, e por que não era sustentável pra ela?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4 passos do protocolo ajudariam a reorganizar essa situação, sem precisar parar de vez?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na Prática — Módulo 3.3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persistente em manter até a frequência mínima viável: simplificar ainda mais, mesmo que pareça pouco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tecnicamente correto, mas sem crescimento após meses: revisar a estratégia do Módulo 3.1, não só a execução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significativa relacionada ao desempenho do perfil: tratar como prioridade, mesmo que signifique pausar temporariamente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produção visual mais elaborada: considerar apoio de designer ou editor, dentro do orçamento disponível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na Prática — Módulo 3.3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e Reels atraem, Stories aproximam, Carrossel aprofunda — cada formato com uma função específica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mínima viável, mantida por meses, vale mais que frequência alta abandonada em semanas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clara, destaques organizados e link visível sustentam a primeira impressão tanto quanto o conteúdo do feed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frequência, organizar destaques, revisar a bio e revisar como visitante resolvem a maioria dos perfis insustentáveis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3.3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na Prática — Módulo 3.3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na Prática — Formatos e Frequência Sustentável</dc:title>
  <dc:subject>PptxGenJS Presentation</dc:subject>
  <dc:creator>Dioclides</dc:creator>
  <cp:lastModifiedBy>Dioclides</cp:lastModifiedBy>
  <cp:revision>1</cp:revision>
  <dcterms:created xsi:type="dcterms:W3CDTF">2026-07-10T19:26:49Z</dcterms:created>
  <dcterms:modified xsi:type="dcterms:W3CDTF">2026-07-10T19:26:49Z</dcterms:modified>
</cp:coreProperties>
</file>